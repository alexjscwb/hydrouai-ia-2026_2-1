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27.xml" ContentType="application/vnd.openxmlformats-officedocument.presentationml.notesSlide+xml"/>
  <Override PartName="/ppt/charts/chart18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9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32.xml" ContentType="application/vnd.openxmlformats-officedocument.presentationml.notesSlide+xml"/>
  <Override PartName="/ppt/charts/chart22.xml" ContentType="application/vnd.openxmlformats-officedocument.drawingml.chart+xml"/>
  <Override PartName="/ppt/notesSlides/notesSlide33.xml" ContentType="application/vnd.openxmlformats-officedocument.presentationml.notesSlide+xml"/>
  <Override PartName="/ppt/charts/chart23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24.xml" ContentType="application/vnd.openxmlformats-officedocument.drawingml.chart+xml"/>
  <Override PartName="/ppt/notesSlides/notesSlide36.xml" ContentType="application/vnd.openxmlformats-officedocument.presentationml.notesSlide+xml"/>
  <Override PartName="/ppt/charts/chart25.xml" ContentType="application/vnd.openxmlformats-officedocument.drawingml.chart+xml"/>
  <Override PartName="/ppt/notesSlides/notesSlide37.xml" ContentType="application/vnd.openxmlformats-officedocument.presentationml.notesSlide+xml"/>
  <Override PartName="/ppt/charts/chart26.xml" ContentType="application/vnd.openxmlformats-officedocument.drawingml.chart+xml"/>
  <Override PartName="/ppt/notesSlides/notesSlide38.xml" ContentType="application/vnd.openxmlformats-officedocument.presentationml.notesSlide+xml"/>
  <Override PartName="/ppt/charts/chart27.xml" ContentType="application/vnd.openxmlformats-officedocument.drawingml.chart+xml"/>
  <Override PartName="/ppt/notesSlides/notesSlide39.xml" ContentType="application/vnd.openxmlformats-officedocument.presentationml.notesSlide+xml"/>
  <Override PartName="/ppt/charts/chart28.xml" ContentType="application/vnd.openxmlformats-officedocument.drawingml.chart+xml"/>
  <Override PartName="/ppt/notesSlides/notesSlide40.xml" ContentType="application/vnd.openxmlformats-officedocument.presentationml.notesSlide+xml"/>
  <Override PartName="/ppt/charts/chart29.xml" ContentType="application/vnd.openxmlformats-officedocument.drawingml.chart+xml"/>
  <Override PartName="/ppt/notesSlides/notesSlide41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notesSlides/notesSlide42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notesSlides/notesSlide43.xml" ContentType="application/vnd.openxmlformats-officedocument.presentationml.notesSlide+xml"/>
  <Override PartName="/ppt/charts/chart36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305" r:id="rId4"/>
    <p:sldId id="302" r:id="rId5"/>
    <p:sldId id="304" r:id="rId6"/>
    <p:sldId id="303" r:id="rId7"/>
    <p:sldId id="306" r:id="rId8"/>
    <p:sldId id="307" r:id="rId9"/>
    <p:sldId id="309" r:id="rId10"/>
    <p:sldId id="308" r:id="rId11"/>
    <p:sldId id="310" r:id="rId12"/>
    <p:sldId id="311" r:id="rId13"/>
    <p:sldId id="312" r:id="rId14"/>
    <p:sldId id="313" r:id="rId15"/>
    <p:sldId id="316" r:id="rId16"/>
    <p:sldId id="314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Dias ausentes</c:v>
          </c:tx>
          <c:spPr>
            <a:solidFill>
              <a:srgbClr val="83DF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  <c:pt idx="9">
                  <c:v>5</c:v>
                </c:pt>
                <c:pt idx="10">
                  <c:v>4</c:v>
                </c:pt>
                <c:pt idx="1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110-483C-80F6-D00F74A17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Dias sem dados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Referência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12</c:v>
                </c:pt>
                <c:pt idx="1">
                  <c:v>13</c:v>
                </c:pt>
                <c:pt idx="2">
                  <c:v>15</c:v>
                </c:pt>
                <c:pt idx="3">
                  <c:v>17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25</c:v>
                </c:pt>
                <c:pt idx="9">
                  <c:v>24</c:v>
                </c:pt>
                <c:pt idx="10">
                  <c:v>23</c:v>
                </c:pt>
                <c:pt idx="11">
                  <c:v>22</c:v>
                </c:pt>
                <c:pt idx="12">
                  <c:v>24</c:v>
                </c:pt>
                <c:pt idx="13">
                  <c:v>28</c:v>
                </c:pt>
                <c:pt idx="14">
                  <c:v>35</c:v>
                </c:pt>
                <c:pt idx="15">
                  <c:v>31</c:v>
                </c:pt>
                <c:pt idx="16">
                  <c:v>28</c:v>
                </c:pt>
                <c:pt idx="17">
                  <c:v>24</c:v>
                </c:pt>
                <c:pt idx="18">
                  <c:v>22</c:v>
                </c:pt>
                <c:pt idx="19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0D-42E5-97D1-9E87E5F84E2D}"/>
            </c:ext>
          </c:extLst>
        </c:ser>
        <c:ser>
          <c:idx val="1"/>
          <c:order val="1"/>
          <c:tx>
            <c:v>Média global</c:v>
          </c:tx>
          <c:spPr>
            <a:ln w="23813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</c:numCache>
            </c:numRef>
          </c:xVal>
          <c:yVal>
            <c:numRef>
              <c:f>'Chart Data'!$D$2:$D$21</c:f>
              <c:numCache>
                <c:formatCode>0.0</c:formatCode>
                <c:ptCount val="20"/>
                <c:pt idx="0">
                  <c:v>21.9375</c:v>
                </c:pt>
                <c:pt idx="1">
                  <c:v>21.9375</c:v>
                </c:pt>
                <c:pt idx="2">
                  <c:v>21.9375</c:v>
                </c:pt>
                <c:pt idx="3">
                  <c:v>21.9375</c:v>
                </c:pt>
                <c:pt idx="4">
                  <c:v>21.9375</c:v>
                </c:pt>
                <c:pt idx="5">
                  <c:v>21.9375</c:v>
                </c:pt>
                <c:pt idx="6">
                  <c:v>21.9375</c:v>
                </c:pt>
                <c:pt idx="7">
                  <c:v>21.9375</c:v>
                </c:pt>
                <c:pt idx="8">
                  <c:v>21.9375</c:v>
                </c:pt>
                <c:pt idx="9">
                  <c:v>21.9375</c:v>
                </c:pt>
                <c:pt idx="10">
                  <c:v>21.9375</c:v>
                </c:pt>
                <c:pt idx="11">
                  <c:v>21.9375</c:v>
                </c:pt>
                <c:pt idx="12">
                  <c:v>21.9375</c:v>
                </c:pt>
                <c:pt idx="13">
                  <c:v>21.9375</c:v>
                </c:pt>
                <c:pt idx="14">
                  <c:v>21.9375</c:v>
                </c:pt>
                <c:pt idx="15">
                  <c:v>21.9375</c:v>
                </c:pt>
                <c:pt idx="16">
                  <c:v>21.9375</c:v>
                </c:pt>
                <c:pt idx="17">
                  <c:v>21.9375</c:v>
                </c:pt>
                <c:pt idx="18">
                  <c:v>21.9375</c:v>
                </c:pt>
                <c:pt idx="19">
                  <c:v>21.9375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0D-42E5-97D1-9E87E5F84E2D}"/>
            </c:ext>
          </c:extLst>
        </c:ser>
        <c:ser>
          <c:idx val="2"/>
          <c:order val="2"/>
          <c:tx>
            <c:v>Média da janela</c:v>
          </c:tx>
          <c:spPr>
            <a:ln w="23813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Data'!$E$2:$E$21</c:f>
              <c:numCache>
                <c:formatCode>General</c:formatCode>
                <c:ptCount val="20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</c:numCache>
            </c:numRef>
          </c:xVal>
          <c:yVal>
            <c:numRef>
              <c:f>'Chart Data'!$F$2:$F$21</c:f>
              <c:numCache>
                <c:formatCode>0.0</c:formatCode>
                <c:ptCount val="20"/>
                <c:pt idx="0">
                  <c:v>22.333333333300001</c:v>
                </c:pt>
                <c:pt idx="1">
                  <c:v>22.333333333300001</c:v>
                </c:pt>
                <c:pt idx="2">
                  <c:v>22.333333333300001</c:v>
                </c:pt>
                <c:pt idx="3">
                  <c:v>22.333333333300001</c:v>
                </c:pt>
                <c:pt idx="4">
                  <c:v>22.333333333300001</c:v>
                </c:pt>
                <c:pt idx="5">
                  <c:v>22.333333333300001</c:v>
                </c:pt>
                <c:pt idx="6">
                  <c:v>22.333333333300001</c:v>
                </c:pt>
                <c:pt idx="7">
                  <c:v>22.333333333300001</c:v>
                </c:pt>
                <c:pt idx="8">
                  <c:v>22.333333333300001</c:v>
                </c:pt>
                <c:pt idx="9">
                  <c:v>22.333333333300001</c:v>
                </c:pt>
                <c:pt idx="10">
                  <c:v>22.333333333300001</c:v>
                </c:pt>
                <c:pt idx="11">
                  <c:v>22.333333333300001</c:v>
                </c:pt>
                <c:pt idx="12">
                  <c:v>22.333333333300001</c:v>
                </c:pt>
                <c:pt idx="13">
                  <c:v>22.333333333300001</c:v>
                </c:pt>
                <c:pt idx="14">
                  <c:v>22.333333333300001</c:v>
                </c:pt>
                <c:pt idx="15">
                  <c:v>22.333333333300001</c:v>
                </c:pt>
                <c:pt idx="16">
                  <c:v>22.333333333300001</c:v>
                </c:pt>
                <c:pt idx="17">
                  <c:v>22.333333333300001</c:v>
                </c:pt>
                <c:pt idx="18">
                  <c:v>22.333333333300001</c:v>
                </c:pt>
                <c:pt idx="19">
                  <c:v>22.333333333300001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B0D-42E5-97D1-9E87E5F84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"/>
          <c:min val="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Referência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12</c:v>
                </c:pt>
                <c:pt idx="1">
                  <c:v>13</c:v>
                </c:pt>
                <c:pt idx="2">
                  <c:v>15</c:v>
                </c:pt>
                <c:pt idx="3">
                  <c:v>17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25</c:v>
                </c:pt>
                <c:pt idx="9">
                  <c:v>24</c:v>
                </c:pt>
                <c:pt idx="10">
                  <c:v>23</c:v>
                </c:pt>
                <c:pt idx="11">
                  <c:v>22</c:v>
                </c:pt>
                <c:pt idx="12">
                  <c:v>24</c:v>
                </c:pt>
                <c:pt idx="13">
                  <c:v>28</c:v>
                </c:pt>
                <c:pt idx="14">
                  <c:v>35</c:v>
                </c:pt>
                <c:pt idx="15">
                  <c:v>31</c:v>
                </c:pt>
                <c:pt idx="16">
                  <c:v>28</c:v>
                </c:pt>
                <c:pt idx="17">
                  <c:v>24</c:v>
                </c:pt>
                <c:pt idx="18">
                  <c:v>22</c:v>
                </c:pt>
                <c:pt idx="19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40F-4E83-BCED-D170D50F79FA}"/>
            </c:ext>
          </c:extLst>
        </c:ser>
        <c:ser>
          <c:idx val="1"/>
          <c:order val="1"/>
          <c:tx>
            <c:v>Interpolação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</c:numCache>
            </c:numRef>
          </c:xVal>
          <c:yVal>
            <c:numRef>
              <c:f>'Chart Data'!$D$2:$D$21</c:f>
              <c:numCache>
                <c:formatCode>0.0</c:formatCode>
                <c:ptCount val="20"/>
                <c:pt idx="0">
                  <c:v>21</c:v>
                </c:pt>
                <c:pt idx="1">
                  <c:v>21.2</c:v>
                </c:pt>
                <c:pt idx="2">
                  <c:v>21.4</c:v>
                </c:pt>
                <c:pt idx="3">
                  <c:v>21.6</c:v>
                </c:pt>
                <c:pt idx="4">
                  <c:v>21.8</c:v>
                </c:pt>
                <c:pt idx="5">
                  <c:v>22</c:v>
                </c:pt>
                <c:pt idx="6">
                  <c:v>22</c:v>
                </c:pt>
                <c:pt idx="7">
                  <c:v>22</c:v>
                </c:pt>
                <c:pt idx="8">
                  <c:v>22</c:v>
                </c:pt>
                <c:pt idx="9">
                  <c:v>22</c:v>
                </c:pt>
                <c:pt idx="10">
                  <c:v>22</c:v>
                </c:pt>
                <c:pt idx="11">
                  <c:v>22</c:v>
                </c:pt>
                <c:pt idx="12">
                  <c:v>22</c:v>
                </c:pt>
                <c:pt idx="13">
                  <c:v>22</c:v>
                </c:pt>
                <c:pt idx="14">
                  <c:v>22</c:v>
                </c:pt>
                <c:pt idx="15">
                  <c:v>22</c:v>
                </c:pt>
                <c:pt idx="16">
                  <c:v>22</c:v>
                </c:pt>
                <c:pt idx="17">
                  <c:v>22</c:v>
                </c:pt>
                <c:pt idx="18">
                  <c:v>22</c:v>
                </c:pt>
                <c:pt idx="19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40F-4E83-BCED-D170D50F7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"/>
          <c:min val="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Distância</c:v>
          </c:tx>
          <c:spPr>
            <a:solidFill>
              <a:srgbClr val="8193A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3DFFF"/>
              </a:solidFill>
            </c:spPr>
            <c:extLst>
              <c:ext xmlns:c16="http://schemas.microsoft.com/office/drawing/2014/chart" uri="{C3380CC4-5D6E-409C-BE32-E72D297353CC}">
                <c16:uniqueId val="{00000001-6D60-46E0-988D-0347CC5D88E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D60-46E0-988D-0347CC5D88E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11.180339887500001</c:v>
                </c:pt>
                <c:pt idx="1">
                  <c:v>30.0166620396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D60-46E0-988D-0347CC5D88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Vizinho candidato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Distância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Distância</c:v>
          </c:tx>
          <c:spPr>
            <a:solidFill>
              <a:srgbClr val="8193AB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E4-4A70-9DAD-F619BB3607E9}"/>
              </c:ext>
            </c:extLst>
          </c:dPt>
          <c:dPt>
            <c:idx val="1"/>
            <c:invertIfNegative val="0"/>
            <c:bubble3D val="0"/>
            <c:spPr>
              <a:solidFill>
                <a:srgbClr val="83DFFF"/>
              </a:solidFill>
            </c:spPr>
            <c:extLst>
              <c:ext xmlns:c16="http://schemas.microsoft.com/office/drawing/2014/chart" uri="{C3380CC4-5D6E-409C-BE32-E72D297353CC}">
                <c16:uniqueId val="{00000003-96E4-4A70-9DAD-F619BB3607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5.02493781056</c:v>
                </c:pt>
                <c:pt idx="1">
                  <c:v>1.8027756377299999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6E4-4A70-9DAD-F619BB3607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Vizinho candidato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Distância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Observações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0.52631578947400004</c:v>
                </c:pt>
                <c:pt idx="2">
                  <c:v>1.05263157895</c:v>
                </c:pt>
                <c:pt idx="3">
                  <c:v>1.5789473684199999</c:v>
                </c:pt>
                <c:pt idx="4">
                  <c:v>2.1052631578900001</c:v>
                </c:pt>
                <c:pt idx="5">
                  <c:v>2.63157894737</c:v>
                </c:pt>
                <c:pt idx="6">
                  <c:v>3.1578947368399999</c:v>
                </c:pt>
                <c:pt idx="7">
                  <c:v>3.6842105263199998</c:v>
                </c:pt>
                <c:pt idx="8">
                  <c:v>4.2105263157900001</c:v>
                </c:pt>
                <c:pt idx="9">
                  <c:v>4.73684210526</c:v>
                </c:pt>
                <c:pt idx="10">
                  <c:v>5.26315789474</c:v>
                </c:pt>
                <c:pt idx="11">
                  <c:v>5.7894736842099999</c:v>
                </c:pt>
                <c:pt idx="12">
                  <c:v>6.3157894736799998</c:v>
                </c:pt>
                <c:pt idx="13">
                  <c:v>6.8421052631599997</c:v>
                </c:pt>
                <c:pt idx="14">
                  <c:v>7.3684210526299996</c:v>
                </c:pt>
                <c:pt idx="15">
                  <c:v>7.8947368421100004</c:v>
                </c:pt>
                <c:pt idx="16">
                  <c:v>8.4210526315800003</c:v>
                </c:pt>
                <c:pt idx="17">
                  <c:v>8.9473684210499993</c:v>
                </c:pt>
                <c:pt idx="18">
                  <c:v>9.4736842105299992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0.0</c:formatCode>
                <c:ptCount val="121"/>
                <c:pt idx="0">
                  <c:v>11.218868319</c:v>
                </c:pt>
                <c:pt idx="1">
                  <c:v>7.9453267329299999</c:v>
                </c:pt>
                <c:pt idx="2">
                  <c:v>17.212331099</c:v>
                </c:pt>
                <c:pt idx="3">
                  <c:v>20.078048340199999</c:v>
                </c:pt>
                <c:pt idx="4">
                  <c:v>10.6169120978</c:v>
                </c:pt>
                <c:pt idx="5">
                  <c:v>15.3176225158</c:v>
                </c:pt>
                <c:pt idx="6">
                  <c:v>23.1443408138</c:v>
                </c:pt>
                <c:pt idx="7">
                  <c:v>23.511841051899999</c:v>
                </c:pt>
                <c:pt idx="8">
                  <c:v>27.350608002400001</c:v>
                </c:pt>
                <c:pt idx="9">
                  <c:v>29.719580928700001</c:v>
                </c:pt>
                <c:pt idx="10">
                  <c:v>49.917003293199997</c:v>
                </c:pt>
                <c:pt idx="11">
                  <c:v>64.671634089500003</c:v>
                </c:pt>
                <c:pt idx="12">
                  <c:v>62.052145211700001</c:v>
                </c:pt>
                <c:pt idx="13">
                  <c:v>54.377206915999999</c:v>
                </c:pt>
                <c:pt idx="14">
                  <c:v>44.316137134900004</c:v>
                </c:pt>
                <c:pt idx="15">
                  <c:v>38.498450624299998</c:v>
                </c:pt>
                <c:pt idx="16">
                  <c:v>45.1808103089</c:v>
                </c:pt>
                <c:pt idx="17">
                  <c:v>41.9546031494</c:v>
                </c:pt>
                <c:pt idx="18">
                  <c:v>51.408548221099998</c:v>
                </c:pt>
                <c:pt idx="19">
                  <c:v>49.800296435200003</c:v>
                </c:pt>
                <c:pt idx="20">
                  <c:v>49.800296435200003</c:v>
                </c:pt>
                <c:pt idx="21">
                  <c:v>49.800296435200003</c:v>
                </c:pt>
                <c:pt idx="22">
                  <c:v>49.800296435200003</c:v>
                </c:pt>
                <c:pt idx="23">
                  <c:v>49.800296435200003</c:v>
                </c:pt>
                <c:pt idx="24">
                  <c:v>49.800296435200003</c:v>
                </c:pt>
                <c:pt idx="25">
                  <c:v>49.800296435200003</c:v>
                </c:pt>
                <c:pt idx="26">
                  <c:v>49.800296435200003</c:v>
                </c:pt>
                <c:pt idx="27">
                  <c:v>49.800296435200003</c:v>
                </c:pt>
                <c:pt idx="28">
                  <c:v>49.800296435200003</c:v>
                </c:pt>
                <c:pt idx="29">
                  <c:v>49.800296435200003</c:v>
                </c:pt>
                <c:pt idx="30">
                  <c:v>49.800296435200003</c:v>
                </c:pt>
                <c:pt idx="31">
                  <c:v>49.800296435200003</c:v>
                </c:pt>
                <c:pt idx="32">
                  <c:v>49.800296435200003</c:v>
                </c:pt>
                <c:pt idx="33">
                  <c:v>49.800296435200003</c:v>
                </c:pt>
                <c:pt idx="34">
                  <c:v>49.800296435200003</c:v>
                </c:pt>
                <c:pt idx="35">
                  <c:v>49.800296435200003</c:v>
                </c:pt>
                <c:pt idx="36">
                  <c:v>49.800296435200003</c:v>
                </c:pt>
                <c:pt idx="37">
                  <c:v>49.800296435200003</c:v>
                </c:pt>
                <c:pt idx="38">
                  <c:v>49.800296435200003</c:v>
                </c:pt>
                <c:pt idx="39">
                  <c:v>49.800296435200003</c:v>
                </c:pt>
                <c:pt idx="40">
                  <c:v>49.800296435200003</c:v>
                </c:pt>
                <c:pt idx="41">
                  <c:v>49.800296435200003</c:v>
                </c:pt>
                <c:pt idx="42">
                  <c:v>49.800296435200003</c:v>
                </c:pt>
                <c:pt idx="43">
                  <c:v>49.800296435200003</c:v>
                </c:pt>
                <c:pt idx="44">
                  <c:v>49.800296435200003</c:v>
                </c:pt>
                <c:pt idx="45">
                  <c:v>49.800296435200003</c:v>
                </c:pt>
                <c:pt idx="46">
                  <c:v>49.800296435200003</c:v>
                </c:pt>
                <c:pt idx="47">
                  <c:v>49.800296435200003</c:v>
                </c:pt>
                <c:pt idx="48">
                  <c:v>49.800296435200003</c:v>
                </c:pt>
                <c:pt idx="49">
                  <c:v>49.800296435200003</c:v>
                </c:pt>
                <c:pt idx="50">
                  <c:v>49.800296435200003</c:v>
                </c:pt>
                <c:pt idx="51">
                  <c:v>49.800296435200003</c:v>
                </c:pt>
                <c:pt idx="52">
                  <c:v>49.800296435200003</c:v>
                </c:pt>
                <c:pt idx="53">
                  <c:v>49.800296435200003</c:v>
                </c:pt>
                <c:pt idx="54">
                  <c:v>49.800296435200003</c:v>
                </c:pt>
                <c:pt idx="55">
                  <c:v>49.800296435200003</c:v>
                </c:pt>
                <c:pt idx="56">
                  <c:v>49.800296435200003</c:v>
                </c:pt>
                <c:pt idx="57">
                  <c:v>49.800296435200003</c:v>
                </c:pt>
                <c:pt idx="58">
                  <c:v>49.800296435200003</c:v>
                </c:pt>
                <c:pt idx="59">
                  <c:v>49.800296435200003</c:v>
                </c:pt>
                <c:pt idx="60">
                  <c:v>49.800296435200003</c:v>
                </c:pt>
                <c:pt idx="61">
                  <c:v>49.800296435200003</c:v>
                </c:pt>
                <c:pt idx="62">
                  <c:v>49.800296435200003</c:v>
                </c:pt>
                <c:pt idx="63">
                  <c:v>49.800296435200003</c:v>
                </c:pt>
                <c:pt idx="64">
                  <c:v>49.800296435200003</c:v>
                </c:pt>
                <c:pt idx="65">
                  <c:v>49.800296435200003</c:v>
                </c:pt>
                <c:pt idx="66">
                  <c:v>49.800296435200003</c:v>
                </c:pt>
                <c:pt idx="67">
                  <c:v>49.800296435200003</c:v>
                </c:pt>
                <c:pt idx="68">
                  <c:v>49.800296435200003</c:v>
                </c:pt>
                <c:pt idx="69">
                  <c:v>49.800296435200003</c:v>
                </c:pt>
                <c:pt idx="70">
                  <c:v>49.800296435200003</c:v>
                </c:pt>
                <c:pt idx="71">
                  <c:v>49.800296435200003</c:v>
                </c:pt>
                <c:pt idx="72">
                  <c:v>49.800296435200003</c:v>
                </c:pt>
                <c:pt idx="73">
                  <c:v>49.800296435200003</c:v>
                </c:pt>
                <c:pt idx="74">
                  <c:v>49.800296435200003</c:v>
                </c:pt>
                <c:pt idx="75">
                  <c:v>49.800296435200003</c:v>
                </c:pt>
                <c:pt idx="76">
                  <c:v>49.800296435200003</c:v>
                </c:pt>
                <c:pt idx="77">
                  <c:v>49.800296435200003</c:v>
                </c:pt>
                <c:pt idx="78">
                  <c:v>49.800296435200003</c:v>
                </c:pt>
                <c:pt idx="79">
                  <c:v>49.800296435200003</c:v>
                </c:pt>
                <c:pt idx="80">
                  <c:v>49.800296435200003</c:v>
                </c:pt>
                <c:pt idx="81">
                  <c:v>49.800296435200003</c:v>
                </c:pt>
                <c:pt idx="82">
                  <c:v>49.800296435200003</c:v>
                </c:pt>
                <c:pt idx="83">
                  <c:v>49.800296435200003</c:v>
                </c:pt>
                <c:pt idx="84">
                  <c:v>49.800296435200003</c:v>
                </c:pt>
                <c:pt idx="85">
                  <c:v>49.800296435200003</c:v>
                </c:pt>
                <c:pt idx="86">
                  <c:v>49.800296435200003</c:v>
                </c:pt>
                <c:pt idx="87">
                  <c:v>49.800296435200003</c:v>
                </c:pt>
                <c:pt idx="88">
                  <c:v>49.800296435200003</c:v>
                </c:pt>
                <c:pt idx="89">
                  <c:v>49.800296435200003</c:v>
                </c:pt>
                <c:pt idx="90">
                  <c:v>49.800296435200003</c:v>
                </c:pt>
                <c:pt idx="91">
                  <c:v>49.800296435200003</c:v>
                </c:pt>
                <c:pt idx="92">
                  <c:v>49.800296435200003</c:v>
                </c:pt>
                <c:pt idx="93">
                  <c:v>49.800296435200003</c:v>
                </c:pt>
                <c:pt idx="94">
                  <c:v>49.800296435200003</c:v>
                </c:pt>
                <c:pt idx="95">
                  <c:v>49.800296435200003</c:v>
                </c:pt>
                <c:pt idx="96">
                  <c:v>49.800296435200003</c:v>
                </c:pt>
                <c:pt idx="97">
                  <c:v>49.800296435200003</c:v>
                </c:pt>
                <c:pt idx="98">
                  <c:v>49.800296435200003</c:v>
                </c:pt>
                <c:pt idx="99">
                  <c:v>49.800296435200003</c:v>
                </c:pt>
                <c:pt idx="100">
                  <c:v>49.800296435200003</c:v>
                </c:pt>
                <c:pt idx="101">
                  <c:v>49.800296435200003</c:v>
                </c:pt>
                <c:pt idx="102">
                  <c:v>49.800296435200003</c:v>
                </c:pt>
                <c:pt idx="103">
                  <c:v>49.800296435200003</c:v>
                </c:pt>
                <c:pt idx="104">
                  <c:v>49.800296435200003</c:v>
                </c:pt>
                <c:pt idx="105">
                  <c:v>49.800296435200003</c:v>
                </c:pt>
                <c:pt idx="106">
                  <c:v>49.800296435200003</c:v>
                </c:pt>
                <c:pt idx="107">
                  <c:v>49.800296435200003</c:v>
                </c:pt>
                <c:pt idx="108">
                  <c:v>49.800296435200003</c:v>
                </c:pt>
                <c:pt idx="109">
                  <c:v>49.800296435200003</c:v>
                </c:pt>
                <c:pt idx="110">
                  <c:v>49.800296435200003</c:v>
                </c:pt>
                <c:pt idx="111">
                  <c:v>49.800296435200003</c:v>
                </c:pt>
                <c:pt idx="112">
                  <c:v>49.800296435200003</c:v>
                </c:pt>
                <c:pt idx="113">
                  <c:v>49.800296435200003</c:v>
                </c:pt>
                <c:pt idx="114">
                  <c:v>49.800296435200003</c:v>
                </c:pt>
                <c:pt idx="115">
                  <c:v>49.800296435200003</c:v>
                </c:pt>
                <c:pt idx="116">
                  <c:v>49.800296435200003</c:v>
                </c:pt>
                <c:pt idx="117">
                  <c:v>49.800296435200003</c:v>
                </c:pt>
                <c:pt idx="118">
                  <c:v>49.800296435200003</c:v>
                </c:pt>
                <c:pt idx="119">
                  <c:v>49.800296435200003</c:v>
                </c:pt>
                <c:pt idx="120">
                  <c:v>49.800296435200003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B0-421B-BD08-536462D1456A}"/>
            </c:ext>
          </c:extLst>
        </c:ser>
        <c:ser>
          <c:idx val="1"/>
          <c:order val="1"/>
          <c:tx>
            <c:v>KNN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8.3333333333299994E-2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0.33333333333300003</c:v>
                </c:pt>
                <c:pt idx="5">
                  <c:v>0.41666666666699997</c:v>
                </c:pt>
                <c:pt idx="6">
                  <c:v>0.5</c:v>
                </c:pt>
                <c:pt idx="7">
                  <c:v>0.58333333333299997</c:v>
                </c:pt>
                <c:pt idx="8">
                  <c:v>0.66666666666700003</c:v>
                </c:pt>
                <c:pt idx="9">
                  <c:v>0.75</c:v>
                </c:pt>
                <c:pt idx="10">
                  <c:v>0.83333333333299997</c:v>
                </c:pt>
                <c:pt idx="11">
                  <c:v>0.91666666666700003</c:v>
                </c:pt>
                <c:pt idx="12">
                  <c:v>1</c:v>
                </c:pt>
                <c:pt idx="13">
                  <c:v>1.0833333333299999</c:v>
                </c:pt>
                <c:pt idx="14">
                  <c:v>1.1666666666700001</c:v>
                </c:pt>
                <c:pt idx="15">
                  <c:v>1.25</c:v>
                </c:pt>
                <c:pt idx="16">
                  <c:v>1.3333333333299999</c:v>
                </c:pt>
                <c:pt idx="17">
                  <c:v>1.4166666666700001</c:v>
                </c:pt>
                <c:pt idx="18">
                  <c:v>1.5</c:v>
                </c:pt>
                <c:pt idx="19">
                  <c:v>1.5833333333299999</c:v>
                </c:pt>
                <c:pt idx="20">
                  <c:v>1.6666666666700001</c:v>
                </c:pt>
                <c:pt idx="21">
                  <c:v>1.75</c:v>
                </c:pt>
                <c:pt idx="22">
                  <c:v>1.8333333333299999</c:v>
                </c:pt>
                <c:pt idx="23">
                  <c:v>1.9166666666700001</c:v>
                </c:pt>
                <c:pt idx="24">
                  <c:v>2</c:v>
                </c:pt>
                <c:pt idx="25">
                  <c:v>2.0833333333300001</c:v>
                </c:pt>
                <c:pt idx="26">
                  <c:v>2.1666666666699999</c:v>
                </c:pt>
                <c:pt idx="27">
                  <c:v>2.25</c:v>
                </c:pt>
                <c:pt idx="28">
                  <c:v>2.3333333333300001</c:v>
                </c:pt>
                <c:pt idx="29">
                  <c:v>2.4166666666699999</c:v>
                </c:pt>
                <c:pt idx="30">
                  <c:v>2.5</c:v>
                </c:pt>
                <c:pt idx="31">
                  <c:v>2.5833333333300001</c:v>
                </c:pt>
                <c:pt idx="32">
                  <c:v>2.6666666666699999</c:v>
                </c:pt>
                <c:pt idx="33">
                  <c:v>2.75</c:v>
                </c:pt>
                <c:pt idx="34">
                  <c:v>2.8333333333300001</c:v>
                </c:pt>
                <c:pt idx="35">
                  <c:v>2.9166666666699999</c:v>
                </c:pt>
                <c:pt idx="36">
                  <c:v>3</c:v>
                </c:pt>
                <c:pt idx="37">
                  <c:v>3.0833333333300001</c:v>
                </c:pt>
                <c:pt idx="38">
                  <c:v>3.1666666666699999</c:v>
                </c:pt>
                <c:pt idx="39">
                  <c:v>3.25</c:v>
                </c:pt>
                <c:pt idx="40">
                  <c:v>3.3333333333300001</c:v>
                </c:pt>
                <c:pt idx="41">
                  <c:v>3.4166666666699999</c:v>
                </c:pt>
                <c:pt idx="42">
                  <c:v>3.5</c:v>
                </c:pt>
                <c:pt idx="43">
                  <c:v>3.5833333333300001</c:v>
                </c:pt>
                <c:pt idx="44">
                  <c:v>3.6666666666699999</c:v>
                </c:pt>
                <c:pt idx="45">
                  <c:v>3.75</c:v>
                </c:pt>
                <c:pt idx="46">
                  <c:v>3.8333333333300001</c:v>
                </c:pt>
                <c:pt idx="47">
                  <c:v>3.9166666666699999</c:v>
                </c:pt>
                <c:pt idx="48">
                  <c:v>4</c:v>
                </c:pt>
                <c:pt idx="49">
                  <c:v>4.0833333333299997</c:v>
                </c:pt>
                <c:pt idx="50">
                  <c:v>4.1666666666700003</c:v>
                </c:pt>
                <c:pt idx="51">
                  <c:v>4.25</c:v>
                </c:pt>
                <c:pt idx="52">
                  <c:v>4.3333333333299997</c:v>
                </c:pt>
                <c:pt idx="53">
                  <c:v>4.4166666666700003</c:v>
                </c:pt>
                <c:pt idx="54">
                  <c:v>4.5</c:v>
                </c:pt>
                <c:pt idx="55">
                  <c:v>4.5833333333299997</c:v>
                </c:pt>
                <c:pt idx="56">
                  <c:v>4.6666666666700003</c:v>
                </c:pt>
                <c:pt idx="57">
                  <c:v>4.75</c:v>
                </c:pt>
                <c:pt idx="58">
                  <c:v>4.8333333333299997</c:v>
                </c:pt>
                <c:pt idx="59">
                  <c:v>4.9166666666700003</c:v>
                </c:pt>
                <c:pt idx="60">
                  <c:v>5</c:v>
                </c:pt>
                <c:pt idx="61">
                  <c:v>5.0833333333299997</c:v>
                </c:pt>
                <c:pt idx="62">
                  <c:v>5.1666666666700003</c:v>
                </c:pt>
                <c:pt idx="63">
                  <c:v>5.25</c:v>
                </c:pt>
                <c:pt idx="64">
                  <c:v>5.3333333333299997</c:v>
                </c:pt>
                <c:pt idx="65">
                  <c:v>5.4166666666700003</c:v>
                </c:pt>
                <c:pt idx="66">
                  <c:v>5.5</c:v>
                </c:pt>
                <c:pt idx="67">
                  <c:v>5.5833333333299997</c:v>
                </c:pt>
                <c:pt idx="68">
                  <c:v>5.6666666666700003</c:v>
                </c:pt>
                <c:pt idx="69">
                  <c:v>5.75</c:v>
                </c:pt>
                <c:pt idx="70">
                  <c:v>5.8333333333299997</c:v>
                </c:pt>
                <c:pt idx="71">
                  <c:v>5.9166666666700003</c:v>
                </c:pt>
                <c:pt idx="72">
                  <c:v>6</c:v>
                </c:pt>
                <c:pt idx="73">
                  <c:v>6.0833333333299997</c:v>
                </c:pt>
                <c:pt idx="74">
                  <c:v>6.1666666666700003</c:v>
                </c:pt>
                <c:pt idx="75">
                  <c:v>6.25</c:v>
                </c:pt>
                <c:pt idx="76">
                  <c:v>6.3333333333299997</c:v>
                </c:pt>
                <c:pt idx="77">
                  <c:v>6.4166666666700003</c:v>
                </c:pt>
                <c:pt idx="78">
                  <c:v>6.5</c:v>
                </c:pt>
                <c:pt idx="79">
                  <c:v>6.5833333333299997</c:v>
                </c:pt>
                <c:pt idx="80">
                  <c:v>6.6666666666700003</c:v>
                </c:pt>
                <c:pt idx="81">
                  <c:v>6.75</c:v>
                </c:pt>
                <c:pt idx="82">
                  <c:v>6.8333333333299997</c:v>
                </c:pt>
                <c:pt idx="83">
                  <c:v>6.9166666666700003</c:v>
                </c:pt>
                <c:pt idx="84">
                  <c:v>7</c:v>
                </c:pt>
                <c:pt idx="85">
                  <c:v>7.0833333333299997</c:v>
                </c:pt>
                <c:pt idx="86">
                  <c:v>7.1666666666700003</c:v>
                </c:pt>
                <c:pt idx="87">
                  <c:v>7.25</c:v>
                </c:pt>
                <c:pt idx="88">
                  <c:v>7.3333333333299997</c:v>
                </c:pt>
                <c:pt idx="89">
                  <c:v>7.4166666666700003</c:v>
                </c:pt>
                <c:pt idx="90">
                  <c:v>7.5</c:v>
                </c:pt>
                <c:pt idx="91">
                  <c:v>7.5833333333299997</c:v>
                </c:pt>
                <c:pt idx="92">
                  <c:v>7.6666666666700003</c:v>
                </c:pt>
                <c:pt idx="93">
                  <c:v>7.75</c:v>
                </c:pt>
                <c:pt idx="94">
                  <c:v>7.8333333333299997</c:v>
                </c:pt>
                <c:pt idx="95">
                  <c:v>7.9166666666700003</c:v>
                </c:pt>
                <c:pt idx="96">
                  <c:v>8</c:v>
                </c:pt>
                <c:pt idx="97">
                  <c:v>8.0833333333299997</c:v>
                </c:pt>
                <c:pt idx="98">
                  <c:v>8.1666666666700003</c:v>
                </c:pt>
                <c:pt idx="99">
                  <c:v>8.25</c:v>
                </c:pt>
                <c:pt idx="100">
                  <c:v>8.3333333333299997</c:v>
                </c:pt>
                <c:pt idx="101">
                  <c:v>8.4166666666700003</c:v>
                </c:pt>
                <c:pt idx="102">
                  <c:v>8.5</c:v>
                </c:pt>
                <c:pt idx="103">
                  <c:v>8.5833333333299997</c:v>
                </c:pt>
                <c:pt idx="104">
                  <c:v>8.6666666666700003</c:v>
                </c:pt>
                <c:pt idx="105">
                  <c:v>8.75</c:v>
                </c:pt>
                <c:pt idx="106">
                  <c:v>8.8333333333299997</c:v>
                </c:pt>
                <c:pt idx="107">
                  <c:v>8.9166666666700003</c:v>
                </c:pt>
                <c:pt idx="108">
                  <c:v>9</c:v>
                </c:pt>
                <c:pt idx="109">
                  <c:v>9.0833333333299997</c:v>
                </c:pt>
                <c:pt idx="110">
                  <c:v>9.1666666666700003</c:v>
                </c:pt>
                <c:pt idx="111">
                  <c:v>9.25</c:v>
                </c:pt>
                <c:pt idx="112">
                  <c:v>9.3333333333299997</c:v>
                </c:pt>
                <c:pt idx="113">
                  <c:v>9.4166666666700003</c:v>
                </c:pt>
                <c:pt idx="114">
                  <c:v>9.5</c:v>
                </c:pt>
                <c:pt idx="115">
                  <c:v>9.5833333333299997</c:v>
                </c:pt>
                <c:pt idx="116">
                  <c:v>9.6666666666700003</c:v>
                </c:pt>
                <c:pt idx="117">
                  <c:v>9.75</c:v>
                </c:pt>
                <c:pt idx="118">
                  <c:v>9.8333333333299997</c:v>
                </c:pt>
                <c:pt idx="119">
                  <c:v>9.9166666666700003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0.0</c:formatCode>
                <c:ptCount val="121"/>
                <c:pt idx="0">
                  <c:v>11.218868319</c:v>
                </c:pt>
                <c:pt idx="1">
                  <c:v>11.218868319</c:v>
                </c:pt>
                <c:pt idx="2">
                  <c:v>11.218868319</c:v>
                </c:pt>
                <c:pt idx="3">
                  <c:v>11.218868319</c:v>
                </c:pt>
                <c:pt idx="4">
                  <c:v>7.9453267329299999</c:v>
                </c:pt>
                <c:pt idx="5">
                  <c:v>7.9453267329299999</c:v>
                </c:pt>
                <c:pt idx="6">
                  <c:v>7.9453267329299999</c:v>
                </c:pt>
                <c:pt idx="7">
                  <c:v>7.9453267329299999</c:v>
                </c:pt>
                <c:pt idx="8">
                  <c:v>7.9453267329299999</c:v>
                </c:pt>
                <c:pt idx="9">
                  <c:v>7.9453267329299999</c:v>
                </c:pt>
                <c:pt idx="10">
                  <c:v>17.212331099</c:v>
                </c:pt>
                <c:pt idx="11">
                  <c:v>17.212331099</c:v>
                </c:pt>
                <c:pt idx="12">
                  <c:v>17.212331099</c:v>
                </c:pt>
                <c:pt idx="13">
                  <c:v>17.212331099</c:v>
                </c:pt>
                <c:pt idx="14">
                  <c:v>17.212331099</c:v>
                </c:pt>
                <c:pt idx="15">
                  <c:v>17.212331099</c:v>
                </c:pt>
                <c:pt idx="16">
                  <c:v>20.078048340199999</c:v>
                </c:pt>
                <c:pt idx="17">
                  <c:v>20.078048340199999</c:v>
                </c:pt>
                <c:pt idx="18">
                  <c:v>20.078048340199999</c:v>
                </c:pt>
                <c:pt idx="19">
                  <c:v>20.078048340199999</c:v>
                </c:pt>
                <c:pt idx="20">
                  <c:v>20.078048340199999</c:v>
                </c:pt>
                <c:pt idx="21">
                  <c:v>20.078048340199999</c:v>
                </c:pt>
                <c:pt idx="22">
                  <c:v>20.078048340199999</c:v>
                </c:pt>
                <c:pt idx="23">
                  <c:v>10.6169120978</c:v>
                </c:pt>
                <c:pt idx="24">
                  <c:v>10.6169120978</c:v>
                </c:pt>
                <c:pt idx="25">
                  <c:v>10.6169120978</c:v>
                </c:pt>
                <c:pt idx="26">
                  <c:v>10.6169120978</c:v>
                </c:pt>
                <c:pt idx="27">
                  <c:v>10.6169120978</c:v>
                </c:pt>
                <c:pt idx="28">
                  <c:v>10.6169120978</c:v>
                </c:pt>
                <c:pt idx="29">
                  <c:v>15.3176225158</c:v>
                </c:pt>
                <c:pt idx="30">
                  <c:v>15.3176225158</c:v>
                </c:pt>
                <c:pt idx="31">
                  <c:v>15.3176225158</c:v>
                </c:pt>
                <c:pt idx="32">
                  <c:v>15.3176225158</c:v>
                </c:pt>
                <c:pt idx="33">
                  <c:v>15.3176225158</c:v>
                </c:pt>
                <c:pt idx="34">
                  <c:v>15.3176225158</c:v>
                </c:pt>
                <c:pt idx="35">
                  <c:v>23.1443408138</c:v>
                </c:pt>
                <c:pt idx="36">
                  <c:v>23.1443408138</c:v>
                </c:pt>
                <c:pt idx="37">
                  <c:v>23.1443408138</c:v>
                </c:pt>
                <c:pt idx="38">
                  <c:v>23.1443408138</c:v>
                </c:pt>
                <c:pt idx="39">
                  <c:v>23.1443408138</c:v>
                </c:pt>
                <c:pt idx="40">
                  <c:v>23.1443408138</c:v>
                </c:pt>
                <c:pt idx="41">
                  <c:v>23.1443408138</c:v>
                </c:pt>
                <c:pt idx="42">
                  <c:v>23.511841051899999</c:v>
                </c:pt>
                <c:pt idx="43">
                  <c:v>23.511841051899999</c:v>
                </c:pt>
                <c:pt idx="44">
                  <c:v>23.511841051899999</c:v>
                </c:pt>
                <c:pt idx="45">
                  <c:v>23.511841051899999</c:v>
                </c:pt>
                <c:pt idx="46">
                  <c:v>23.511841051899999</c:v>
                </c:pt>
                <c:pt idx="47">
                  <c:v>23.511841051899999</c:v>
                </c:pt>
                <c:pt idx="48">
                  <c:v>27.350608002400001</c:v>
                </c:pt>
                <c:pt idx="49">
                  <c:v>27.350608002400001</c:v>
                </c:pt>
                <c:pt idx="50">
                  <c:v>27.350608002400001</c:v>
                </c:pt>
                <c:pt idx="51">
                  <c:v>27.350608002400001</c:v>
                </c:pt>
                <c:pt idx="52">
                  <c:v>27.350608002400001</c:v>
                </c:pt>
                <c:pt idx="53">
                  <c:v>27.350608002400001</c:v>
                </c:pt>
                <c:pt idx="54">
                  <c:v>29.719580928700001</c:v>
                </c:pt>
                <c:pt idx="55">
                  <c:v>29.719580928700001</c:v>
                </c:pt>
                <c:pt idx="56">
                  <c:v>29.719580928700001</c:v>
                </c:pt>
                <c:pt idx="57">
                  <c:v>29.719580928700001</c:v>
                </c:pt>
                <c:pt idx="58">
                  <c:v>29.719580928700001</c:v>
                </c:pt>
                <c:pt idx="59">
                  <c:v>29.719580928700001</c:v>
                </c:pt>
                <c:pt idx="60">
                  <c:v>49.917003293199997</c:v>
                </c:pt>
                <c:pt idx="61">
                  <c:v>49.917003293199997</c:v>
                </c:pt>
                <c:pt idx="62">
                  <c:v>49.917003293199997</c:v>
                </c:pt>
                <c:pt idx="63">
                  <c:v>49.917003293199997</c:v>
                </c:pt>
                <c:pt idx="64">
                  <c:v>49.917003293199997</c:v>
                </c:pt>
                <c:pt idx="65">
                  <c:v>49.917003293199997</c:v>
                </c:pt>
                <c:pt idx="66">
                  <c:v>49.917003293199997</c:v>
                </c:pt>
                <c:pt idx="67">
                  <c:v>64.671634089500003</c:v>
                </c:pt>
                <c:pt idx="68">
                  <c:v>64.671634089500003</c:v>
                </c:pt>
                <c:pt idx="69">
                  <c:v>64.671634089500003</c:v>
                </c:pt>
                <c:pt idx="70">
                  <c:v>64.671634089500003</c:v>
                </c:pt>
                <c:pt idx="71">
                  <c:v>64.671634089500003</c:v>
                </c:pt>
                <c:pt idx="72">
                  <c:v>64.671634089500003</c:v>
                </c:pt>
                <c:pt idx="73">
                  <c:v>62.052145211700001</c:v>
                </c:pt>
                <c:pt idx="74">
                  <c:v>62.052145211700001</c:v>
                </c:pt>
                <c:pt idx="75">
                  <c:v>62.052145211700001</c:v>
                </c:pt>
                <c:pt idx="76">
                  <c:v>62.052145211700001</c:v>
                </c:pt>
                <c:pt idx="77">
                  <c:v>62.052145211700001</c:v>
                </c:pt>
                <c:pt idx="78">
                  <c:v>62.052145211700001</c:v>
                </c:pt>
                <c:pt idx="79">
                  <c:v>54.377206915999999</c:v>
                </c:pt>
                <c:pt idx="80">
                  <c:v>54.377206915999999</c:v>
                </c:pt>
                <c:pt idx="81">
                  <c:v>54.377206915999999</c:v>
                </c:pt>
                <c:pt idx="82">
                  <c:v>54.377206915999999</c:v>
                </c:pt>
                <c:pt idx="83">
                  <c:v>54.377206915999999</c:v>
                </c:pt>
                <c:pt idx="84">
                  <c:v>54.377206915999999</c:v>
                </c:pt>
                <c:pt idx="85">
                  <c:v>54.377206915999999</c:v>
                </c:pt>
                <c:pt idx="86">
                  <c:v>44.316137134900004</c:v>
                </c:pt>
                <c:pt idx="87">
                  <c:v>44.316137134900004</c:v>
                </c:pt>
                <c:pt idx="88">
                  <c:v>44.316137134900004</c:v>
                </c:pt>
                <c:pt idx="89">
                  <c:v>44.316137134900004</c:v>
                </c:pt>
                <c:pt idx="90">
                  <c:v>44.316137134900004</c:v>
                </c:pt>
                <c:pt idx="91">
                  <c:v>44.316137134900004</c:v>
                </c:pt>
                <c:pt idx="92">
                  <c:v>38.498450624299998</c:v>
                </c:pt>
                <c:pt idx="93">
                  <c:v>38.498450624299998</c:v>
                </c:pt>
                <c:pt idx="94">
                  <c:v>38.498450624299998</c:v>
                </c:pt>
                <c:pt idx="95">
                  <c:v>38.498450624299998</c:v>
                </c:pt>
                <c:pt idx="96">
                  <c:v>38.498450624299998</c:v>
                </c:pt>
                <c:pt idx="97">
                  <c:v>38.498450624299998</c:v>
                </c:pt>
                <c:pt idx="98">
                  <c:v>45.1808103089</c:v>
                </c:pt>
                <c:pt idx="99">
                  <c:v>45.1808103089</c:v>
                </c:pt>
                <c:pt idx="100">
                  <c:v>45.1808103089</c:v>
                </c:pt>
                <c:pt idx="101">
                  <c:v>45.1808103089</c:v>
                </c:pt>
                <c:pt idx="102">
                  <c:v>45.1808103089</c:v>
                </c:pt>
                <c:pt idx="103">
                  <c:v>45.1808103089</c:v>
                </c:pt>
                <c:pt idx="104">
                  <c:v>45.1808103089</c:v>
                </c:pt>
                <c:pt idx="105">
                  <c:v>41.9546031494</c:v>
                </c:pt>
                <c:pt idx="106">
                  <c:v>41.9546031494</c:v>
                </c:pt>
                <c:pt idx="107">
                  <c:v>41.9546031494</c:v>
                </c:pt>
                <c:pt idx="108">
                  <c:v>41.9546031494</c:v>
                </c:pt>
                <c:pt idx="109">
                  <c:v>41.9546031494</c:v>
                </c:pt>
                <c:pt idx="110">
                  <c:v>41.9546031494</c:v>
                </c:pt>
                <c:pt idx="111">
                  <c:v>51.408548221099998</c:v>
                </c:pt>
                <c:pt idx="112">
                  <c:v>51.408548221099998</c:v>
                </c:pt>
                <c:pt idx="113">
                  <c:v>51.408548221099998</c:v>
                </c:pt>
                <c:pt idx="114">
                  <c:v>51.408548221099998</c:v>
                </c:pt>
                <c:pt idx="115">
                  <c:v>51.408548221099998</c:v>
                </c:pt>
                <c:pt idx="116">
                  <c:v>51.408548221099998</c:v>
                </c:pt>
                <c:pt idx="117">
                  <c:v>49.800296435200003</c:v>
                </c:pt>
                <c:pt idx="118">
                  <c:v>49.800296435200003</c:v>
                </c:pt>
                <c:pt idx="119">
                  <c:v>49.800296435200003</c:v>
                </c:pt>
                <c:pt idx="120">
                  <c:v>49.800296435200003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B0-421B-BD08-536462D14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Q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Observações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0.52631578947400004</c:v>
                </c:pt>
                <c:pt idx="2">
                  <c:v>1.05263157895</c:v>
                </c:pt>
                <c:pt idx="3">
                  <c:v>1.5789473684199999</c:v>
                </c:pt>
                <c:pt idx="4">
                  <c:v>2.1052631578900001</c:v>
                </c:pt>
                <c:pt idx="5">
                  <c:v>2.63157894737</c:v>
                </c:pt>
                <c:pt idx="6">
                  <c:v>3.1578947368399999</c:v>
                </c:pt>
                <c:pt idx="7">
                  <c:v>3.6842105263199998</c:v>
                </c:pt>
                <c:pt idx="8">
                  <c:v>4.2105263157900001</c:v>
                </c:pt>
                <c:pt idx="9">
                  <c:v>4.73684210526</c:v>
                </c:pt>
                <c:pt idx="10">
                  <c:v>5.26315789474</c:v>
                </c:pt>
                <c:pt idx="11">
                  <c:v>5.7894736842099999</c:v>
                </c:pt>
                <c:pt idx="12">
                  <c:v>6.3157894736799998</c:v>
                </c:pt>
                <c:pt idx="13">
                  <c:v>6.8421052631599997</c:v>
                </c:pt>
                <c:pt idx="14">
                  <c:v>7.3684210526299996</c:v>
                </c:pt>
                <c:pt idx="15">
                  <c:v>7.8947368421100004</c:v>
                </c:pt>
                <c:pt idx="16">
                  <c:v>8.4210526315800003</c:v>
                </c:pt>
                <c:pt idx="17">
                  <c:v>8.9473684210499993</c:v>
                </c:pt>
                <c:pt idx="18">
                  <c:v>9.4736842105299992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0.0</c:formatCode>
                <c:ptCount val="121"/>
                <c:pt idx="0">
                  <c:v>11.218868319</c:v>
                </c:pt>
                <c:pt idx="1">
                  <c:v>7.9453267329299999</c:v>
                </c:pt>
                <c:pt idx="2">
                  <c:v>17.212331099</c:v>
                </c:pt>
                <c:pt idx="3">
                  <c:v>20.078048340199999</c:v>
                </c:pt>
                <c:pt idx="4">
                  <c:v>10.6169120978</c:v>
                </c:pt>
                <c:pt idx="5">
                  <c:v>15.3176225158</c:v>
                </c:pt>
                <c:pt idx="6">
                  <c:v>23.1443408138</c:v>
                </c:pt>
                <c:pt idx="7">
                  <c:v>23.511841051899999</c:v>
                </c:pt>
                <c:pt idx="8">
                  <c:v>27.350608002400001</c:v>
                </c:pt>
                <c:pt idx="9">
                  <c:v>29.719580928700001</c:v>
                </c:pt>
                <c:pt idx="10">
                  <c:v>49.917003293199997</c:v>
                </c:pt>
                <c:pt idx="11">
                  <c:v>64.671634089500003</c:v>
                </c:pt>
                <c:pt idx="12">
                  <c:v>62.052145211700001</c:v>
                </c:pt>
                <c:pt idx="13">
                  <c:v>54.377206915999999</c:v>
                </c:pt>
                <c:pt idx="14">
                  <c:v>44.316137134900004</c:v>
                </c:pt>
                <c:pt idx="15">
                  <c:v>38.498450624299998</c:v>
                </c:pt>
                <c:pt idx="16">
                  <c:v>45.1808103089</c:v>
                </c:pt>
                <c:pt idx="17">
                  <c:v>41.9546031494</c:v>
                </c:pt>
                <c:pt idx="18">
                  <c:v>51.408548221099998</c:v>
                </c:pt>
                <c:pt idx="19">
                  <c:v>49.800296435200003</c:v>
                </c:pt>
                <c:pt idx="20">
                  <c:v>49.800296435200003</c:v>
                </c:pt>
                <c:pt idx="21">
                  <c:v>49.800296435200003</c:v>
                </c:pt>
                <c:pt idx="22">
                  <c:v>49.800296435200003</c:v>
                </c:pt>
                <c:pt idx="23">
                  <c:v>49.800296435200003</c:v>
                </c:pt>
                <c:pt idx="24">
                  <c:v>49.800296435200003</c:v>
                </c:pt>
                <c:pt idx="25">
                  <c:v>49.800296435200003</c:v>
                </c:pt>
                <c:pt idx="26">
                  <c:v>49.800296435200003</c:v>
                </c:pt>
                <c:pt idx="27">
                  <c:v>49.800296435200003</c:v>
                </c:pt>
                <c:pt idx="28">
                  <c:v>49.800296435200003</c:v>
                </c:pt>
                <c:pt idx="29">
                  <c:v>49.800296435200003</c:v>
                </c:pt>
                <c:pt idx="30">
                  <c:v>49.800296435200003</c:v>
                </c:pt>
                <c:pt idx="31">
                  <c:v>49.800296435200003</c:v>
                </c:pt>
                <c:pt idx="32">
                  <c:v>49.800296435200003</c:v>
                </c:pt>
                <c:pt idx="33">
                  <c:v>49.800296435200003</c:v>
                </c:pt>
                <c:pt idx="34">
                  <c:v>49.800296435200003</c:v>
                </c:pt>
                <c:pt idx="35">
                  <c:v>49.800296435200003</c:v>
                </c:pt>
                <c:pt idx="36">
                  <c:v>49.800296435200003</c:v>
                </c:pt>
                <c:pt idx="37">
                  <c:v>49.800296435200003</c:v>
                </c:pt>
                <c:pt idx="38">
                  <c:v>49.800296435200003</c:v>
                </c:pt>
                <c:pt idx="39">
                  <c:v>49.800296435200003</c:v>
                </c:pt>
                <c:pt idx="40">
                  <c:v>49.800296435200003</c:v>
                </c:pt>
                <c:pt idx="41">
                  <c:v>49.800296435200003</c:v>
                </c:pt>
                <c:pt idx="42">
                  <c:v>49.800296435200003</c:v>
                </c:pt>
                <c:pt idx="43">
                  <c:v>49.800296435200003</c:v>
                </c:pt>
                <c:pt idx="44">
                  <c:v>49.800296435200003</c:v>
                </c:pt>
                <c:pt idx="45">
                  <c:v>49.800296435200003</c:v>
                </c:pt>
                <c:pt idx="46">
                  <c:v>49.800296435200003</c:v>
                </c:pt>
                <c:pt idx="47">
                  <c:v>49.800296435200003</c:v>
                </c:pt>
                <c:pt idx="48">
                  <c:v>49.800296435200003</c:v>
                </c:pt>
                <c:pt idx="49">
                  <c:v>49.800296435200003</c:v>
                </c:pt>
                <c:pt idx="50">
                  <c:v>49.800296435200003</c:v>
                </c:pt>
                <c:pt idx="51">
                  <c:v>49.800296435200003</c:v>
                </c:pt>
                <c:pt idx="52">
                  <c:v>49.800296435200003</c:v>
                </c:pt>
                <c:pt idx="53">
                  <c:v>49.800296435200003</c:v>
                </c:pt>
                <c:pt idx="54">
                  <c:v>49.800296435200003</c:v>
                </c:pt>
                <c:pt idx="55">
                  <c:v>49.800296435200003</c:v>
                </c:pt>
                <c:pt idx="56">
                  <c:v>49.800296435200003</c:v>
                </c:pt>
                <c:pt idx="57">
                  <c:v>49.800296435200003</c:v>
                </c:pt>
                <c:pt idx="58">
                  <c:v>49.800296435200003</c:v>
                </c:pt>
                <c:pt idx="59">
                  <c:v>49.800296435200003</c:v>
                </c:pt>
                <c:pt idx="60">
                  <c:v>49.800296435200003</c:v>
                </c:pt>
                <c:pt idx="61">
                  <c:v>49.800296435200003</c:v>
                </c:pt>
                <c:pt idx="62">
                  <c:v>49.800296435200003</c:v>
                </c:pt>
                <c:pt idx="63">
                  <c:v>49.800296435200003</c:v>
                </c:pt>
                <c:pt idx="64">
                  <c:v>49.800296435200003</c:v>
                </c:pt>
                <c:pt idx="65">
                  <c:v>49.800296435200003</c:v>
                </c:pt>
                <c:pt idx="66">
                  <c:v>49.800296435200003</c:v>
                </c:pt>
                <c:pt idx="67">
                  <c:v>49.800296435200003</c:v>
                </c:pt>
                <c:pt idx="68">
                  <c:v>49.800296435200003</c:v>
                </c:pt>
                <c:pt idx="69">
                  <c:v>49.800296435200003</c:v>
                </c:pt>
                <c:pt idx="70">
                  <c:v>49.800296435200003</c:v>
                </c:pt>
                <c:pt idx="71">
                  <c:v>49.800296435200003</c:v>
                </c:pt>
                <c:pt idx="72">
                  <c:v>49.800296435200003</c:v>
                </c:pt>
                <c:pt idx="73">
                  <c:v>49.800296435200003</c:v>
                </c:pt>
                <c:pt idx="74">
                  <c:v>49.800296435200003</c:v>
                </c:pt>
                <c:pt idx="75">
                  <c:v>49.800296435200003</c:v>
                </c:pt>
                <c:pt idx="76">
                  <c:v>49.800296435200003</c:v>
                </c:pt>
                <c:pt idx="77">
                  <c:v>49.800296435200003</c:v>
                </c:pt>
                <c:pt idx="78">
                  <c:v>49.800296435200003</c:v>
                </c:pt>
                <c:pt idx="79">
                  <c:v>49.800296435200003</c:v>
                </c:pt>
                <c:pt idx="80">
                  <c:v>49.800296435200003</c:v>
                </c:pt>
                <c:pt idx="81">
                  <c:v>49.800296435200003</c:v>
                </c:pt>
                <c:pt idx="82">
                  <c:v>49.800296435200003</c:v>
                </c:pt>
                <c:pt idx="83">
                  <c:v>49.800296435200003</c:v>
                </c:pt>
                <c:pt idx="84">
                  <c:v>49.800296435200003</c:v>
                </c:pt>
                <c:pt idx="85">
                  <c:v>49.800296435200003</c:v>
                </c:pt>
                <c:pt idx="86">
                  <c:v>49.800296435200003</c:v>
                </c:pt>
                <c:pt idx="87">
                  <c:v>49.800296435200003</c:v>
                </c:pt>
                <c:pt idx="88">
                  <c:v>49.800296435200003</c:v>
                </c:pt>
                <c:pt idx="89">
                  <c:v>49.800296435200003</c:v>
                </c:pt>
                <c:pt idx="90">
                  <c:v>49.800296435200003</c:v>
                </c:pt>
                <c:pt idx="91">
                  <c:v>49.800296435200003</c:v>
                </c:pt>
                <c:pt idx="92">
                  <c:v>49.800296435200003</c:v>
                </c:pt>
                <c:pt idx="93">
                  <c:v>49.800296435200003</c:v>
                </c:pt>
                <c:pt idx="94">
                  <c:v>49.800296435200003</c:v>
                </c:pt>
                <c:pt idx="95">
                  <c:v>49.800296435200003</c:v>
                </c:pt>
                <c:pt idx="96">
                  <c:v>49.800296435200003</c:v>
                </c:pt>
                <c:pt idx="97">
                  <c:v>49.800296435200003</c:v>
                </c:pt>
                <c:pt idx="98">
                  <c:v>49.800296435200003</c:v>
                </c:pt>
                <c:pt idx="99">
                  <c:v>49.800296435200003</c:v>
                </c:pt>
                <c:pt idx="100">
                  <c:v>49.800296435200003</c:v>
                </c:pt>
                <c:pt idx="101">
                  <c:v>49.800296435200003</c:v>
                </c:pt>
                <c:pt idx="102">
                  <c:v>49.800296435200003</c:v>
                </c:pt>
                <c:pt idx="103">
                  <c:v>49.800296435200003</c:v>
                </c:pt>
                <c:pt idx="104">
                  <c:v>49.800296435200003</c:v>
                </c:pt>
                <c:pt idx="105">
                  <c:v>49.800296435200003</c:v>
                </c:pt>
                <c:pt idx="106">
                  <c:v>49.800296435200003</c:v>
                </c:pt>
                <c:pt idx="107">
                  <c:v>49.800296435200003</c:v>
                </c:pt>
                <c:pt idx="108">
                  <c:v>49.800296435200003</c:v>
                </c:pt>
                <c:pt idx="109">
                  <c:v>49.800296435200003</c:v>
                </c:pt>
                <c:pt idx="110">
                  <c:v>49.800296435200003</c:v>
                </c:pt>
                <c:pt idx="111">
                  <c:v>49.800296435200003</c:v>
                </c:pt>
                <c:pt idx="112">
                  <c:v>49.800296435200003</c:v>
                </c:pt>
                <c:pt idx="113">
                  <c:v>49.800296435200003</c:v>
                </c:pt>
                <c:pt idx="114">
                  <c:v>49.800296435200003</c:v>
                </c:pt>
                <c:pt idx="115">
                  <c:v>49.800296435200003</c:v>
                </c:pt>
                <c:pt idx="116">
                  <c:v>49.800296435200003</c:v>
                </c:pt>
                <c:pt idx="117">
                  <c:v>49.800296435200003</c:v>
                </c:pt>
                <c:pt idx="118">
                  <c:v>49.800296435200003</c:v>
                </c:pt>
                <c:pt idx="119">
                  <c:v>49.800296435200003</c:v>
                </c:pt>
                <c:pt idx="120">
                  <c:v>49.800296435200003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95B-4295-A104-62D129B5B2CB}"/>
            </c:ext>
          </c:extLst>
        </c:ser>
        <c:ser>
          <c:idx val="1"/>
          <c:order val="1"/>
          <c:tx>
            <c:v>KNN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8.3333333333299994E-2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0.33333333333300003</c:v>
                </c:pt>
                <c:pt idx="5">
                  <c:v>0.41666666666699997</c:v>
                </c:pt>
                <c:pt idx="6">
                  <c:v>0.5</c:v>
                </c:pt>
                <c:pt idx="7">
                  <c:v>0.58333333333299997</c:v>
                </c:pt>
                <c:pt idx="8">
                  <c:v>0.66666666666700003</c:v>
                </c:pt>
                <c:pt idx="9">
                  <c:v>0.75</c:v>
                </c:pt>
                <c:pt idx="10">
                  <c:v>0.83333333333299997</c:v>
                </c:pt>
                <c:pt idx="11">
                  <c:v>0.91666666666700003</c:v>
                </c:pt>
                <c:pt idx="12">
                  <c:v>1</c:v>
                </c:pt>
                <c:pt idx="13">
                  <c:v>1.0833333333299999</c:v>
                </c:pt>
                <c:pt idx="14">
                  <c:v>1.1666666666700001</c:v>
                </c:pt>
                <c:pt idx="15">
                  <c:v>1.25</c:v>
                </c:pt>
                <c:pt idx="16">
                  <c:v>1.3333333333299999</c:v>
                </c:pt>
                <c:pt idx="17">
                  <c:v>1.4166666666700001</c:v>
                </c:pt>
                <c:pt idx="18">
                  <c:v>1.5</c:v>
                </c:pt>
                <c:pt idx="19">
                  <c:v>1.5833333333299999</c:v>
                </c:pt>
                <c:pt idx="20">
                  <c:v>1.6666666666700001</c:v>
                </c:pt>
                <c:pt idx="21">
                  <c:v>1.75</c:v>
                </c:pt>
                <c:pt idx="22">
                  <c:v>1.8333333333299999</c:v>
                </c:pt>
                <c:pt idx="23">
                  <c:v>1.9166666666700001</c:v>
                </c:pt>
                <c:pt idx="24">
                  <c:v>2</c:v>
                </c:pt>
                <c:pt idx="25">
                  <c:v>2.0833333333300001</c:v>
                </c:pt>
                <c:pt idx="26">
                  <c:v>2.1666666666699999</c:v>
                </c:pt>
                <c:pt idx="27">
                  <c:v>2.25</c:v>
                </c:pt>
                <c:pt idx="28">
                  <c:v>2.3333333333300001</c:v>
                </c:pt>
                <c:pt idx="29">
                  <c:v>2.4166666666699999</c:v>
                </c:pt>
                <c:pt idx="30">
                  <c:v>2.5</c:v>
                </c:pt>
                <c:pt idx="31">
                  <c:v>2.5833333333300001</c:v>
                </c:pt>
                <c:pt idx="32">
                  <c:v>2.6666666666699999</c:v>
                </c:pt>
                <c:pt idx="33">
                  <c:v>2.75</c:v>
                </c:pt>
                <c:pt idx="34">
                  <c:v>2.8333333333300001</c:v>
                </c:pt>
                <c:pt idx="35">
                  <c:v>2.9166666666699999</c:v>
                </c:pt>
                <c:pt idx="36">
                  <c:v>3</c:v>
                </c:pt>
                <c:pt idx="37">
                  <c:v>3.0833333333300001</c:v>
                </c:pt>
                <c:pt idx="38">
                  <c:v>3.1666666666699999</c:v>
                </c:pt>
                <c:pt idx="39">
                  <c:v>3.25</c:v>
                </c:pt>
                <c:pt idx="40">
                  <c:v>3.3333333333300001</c:v>
                </c:pt>
                <c:pt idx="41">
                  <c:v>3.4166666666699999</c:v>
                </c:pt>
                <c:pt idx="42">
                  <c:v>3.5</c:v>
                </c:pt>
                <c:pt idx="43">
                  <c:v>3.5833333333300001</c:v>
                </c:pt>
                <c:pt idx="44">
                  <c:v>3.6666666666699999</c:v>
                </c:pt>
                <c:pt idx="45">
                  <c:v>3.75</c:v>
                </c:pt>
                <c:pt idx="46">
                  <c:v>3.8333333333300001</c:v>
                </c:pt>
                <c:pt idx="47">
                  <c:v>3.9166666666699999</c:v>
                </c:pt>
                <c:pt idx="48">
                  <c:v>4</c:v>
                </c:pt>
                <c:pt idx="49">
                  <c:v>4.0833333333299997</c:v>
                </c:pt>
                <c:pt idx="50">
                  <c:v>4.1666666666700003</c:v>
                </c:pt>
                <c:pt idx="51">
                  <c:v>4.25</c:v>
                </c:pt>
                <c:pt idx="52">
                  <c:v>4.3333333333299997</c:v>
                </c:pt>
                <c:pt idx="53">
                  <c:v>4.4166666666700003</c:v>
                </c:pt>
                <c:pt idx="54">
                  <c:v>4.5</c:v>
                </c:pt>
                <c:pt idx="55">
                  <c:v>4.5833333333299997</c:v>
                </c:pt>
                <c:pt idx="56">
                  <c:v>4.6666666666700003</c:v>
                </c:pt>
                <c:pt idx="57">
                  <c:v>4.75</c:v>
                </c:pt>
                <c:pt idx="58">
                  <c:v>4.8333333333299997</c:v>
                </c:pt>
                <c:pt idx="59">
                  <c:v>4.9166666666700003</c:v>
                </c:pt>
                <c:pt idx="60">
                  <c:v>5</c:v>
                </c:pt>
                <c:pt idx="61">
                  <c:v>5.0833333333299997</c:v>
                </c:pt>
                <c:pt idx="62">
                  <c:v>5.1666666666700003</c:v>
                </c:pt>
                <c:pt idx="63">
                  <c:v>5.25</c:v>
                </c:pt>
                <c:pt idx="64">
                  <c:v>5.3333333333299997</c:v>
                </c:pt>
                <c:pt idx="65">
                  <c:v>5.4166666666700003</c:v>
                </c:pt>
                <c:pt idx="66">
                  <c:v>5.5</c:v>
                </c:pt>
                <c:pt idx="67">
                  <c:v>5.5833333333299997</c:v>
                </c:pt>
                <c:pt idx="68">
                  <c:v>5.6666666666700003</c:v>
                </c:pt>
                <c:pt idx="69">
                  <c:v>5.75</c:v>
                </c:pt>
                <c:pt idx="70">
                  <c:v>5.8333333333299997</c:v>
                </c:pt>
                <c:pt idx="71">
                  <c:v>5.9166666666700003</c:v>
                </c:pt>
                <c:pt idx="72">
                  <c:v>6</c:v>
                </c:pt>
                <c:pt idx="73">
                  <c:v>6.0833333333299997</c:v>
                </c:pt>
                <c:pt idx="74">
                  <c:v>6.1666666666700003</c:v>
                </c:pt>
                <c:pt idx="75">
                  <c:v>6.25</c:v>
                </c:pt>
                <c:pt idx="76">
                  <c:v>6.3333333333299997</c:v>
                </c:pt>
                <c:pt idx="77">
                  <c:v>6.4166666666700003</c:v>
                </c:pt>
                <c:pt idx="78">
                  <c:v>6.5</c:v>
                </c:pt>
                <c:pt idx="79">
                  <c:v>6.5833333333299997</c:v>
                </c:pt>
                <c:pt idx="80">
                  <c:v>6.6666666666700003</c:v>
                </c:pt>
                <c:pt idx="81">
                  <c:v>6.75</c:v>
                </c:pt>
                <c:pt idx="82">
                  <c:v>6.8333333333299997</c:v>
                </c:pt>
                <c:pt idx="83">
                  <c:v>6.9166666666700003</c:v>
                </c:pt>
                <c:pt idx="84">
                  <c:v>7</c:v>
                </c:pt>
                <c:pt idx="85">
                  <c:v>7.0833333333299997</c:v>
                </c:pt>
                <c:pt idx="86">
                  <c:v>7.1666666666700003</c:v>
                </c:pt>
                <c:pt idx="87">
                  <c:v>7.25</c:v>
                </c:pt>
                <c:pt idx="88">
                  <c:v>7.3333333333299997</c:v>
                </c:pt>
                <c:pt idx="89">
                  <c:v>7.4166666666700003</c:v>
                </c:pt>
                <c:pt idx="90">
                  <c:v>7.5</c:v>
                </c:pt>
                <c:pt idx="91">
                  <c:v>7.5833333333299997</c:v>
                </c:pt>
                <c:pt idx="92">
                  <c:v>7.6666666666700003</c:v>
                </c:pt>
                <c:pt idx="93">
                  <c:v>7.75</c:v>
                </c:pt>
                <c:pt idx="94">
                  <c:v>7.8333333333299997</c:v>
                </c:pt>
                <c:pt idx="95">
                  <c:v>7.9166666666700003</c:v>
                </c:pt>
                <c:pt idx="96">
                  <c:v>8</c:v>
                </c:pt>
                <c:pt idx="97">
                  <c:v>8.0833333333299997</c:v>
                </c:pt>
                <c:pt idx="98">
                  <c:v>8.1666666666700003</c:v>
                </c:pt>
                <c:pt idx="99">
                  <c:v>8.25</c:v>
                </c:pt>
                <c:pt idx="100">
                  <c:v>8.3333333333299997</c:v>
                </c:pt>
                <c:pt idx="101">
                  <c:v>8.4166666666700003</c:v>
                </c:pt>
                <c:pt idx="102">
                  <c:v>8.5</c:v>
                </c:pt>
                <c:pt idx="103">
                  <c:v>8.5833333333299997</c:v>
                </c:pt>
                <c:pt idx="104">
                  <c:v>8.6666666666700003</c:v>
                </c:pt>
                <c:pt idx="105">
                  <c:v>8.75</c:v>
                </c:pt>
                <c:pt idx="106">
                  <c:v>8.8333333333299997</c:v>
                </c:pt>
                <c:pt idx="107">
                  <c:v>8.9166666666700003</c:v>
                </c:pt>
                <c:pt idx="108">
                  <c:v>9</c:v>
                </c:pt>
                <c:pt idx="109">
                  <c:v>9.0833333333299997</c:v>
                </c:pt>
                <c:pt idx="110">
                  <c:v>9.1666666666700003</c:v>
                </c:pt>
                <c:pt idx="111">
                  <c:v>9.25</c:v>
                </c:pt>
                <c:pt idx="112">
                  <c:v>9.3333333333299997</c:v>
                </c:pt>
                <c:pt idx="113">
                  <c:v>9.4166666666700003</c:v>
                </c:pt>
                <c:pt idx="114">
                  <c:v>9.5</c:v>
                </c:pt>
                <c:pt idx="115">
                  <c:v>9.5833333333299997</c:v>
                </c:pt>
                <c:pt idx="116">
                  <c:v>9.6666666666700003</c:v>
                </c:pt>
                <c:pt idx="117">
                  <c:v>9.75</c:v>
                </c:pt>
                <c:pt idx="118">
                  <c:v>9.8333333333299997</c:v>
                </c:pt>
                <c:pt idx="119">
                  <c:v>9.9166666666700003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0.0</c:formatCode>
                <c:ptCount val="121"/>
                <c:pt idx="0">
                  <c:v>13.414297317799999</c:v>
                </c:pt>
                <c:pt idx="1">
                  <c:v>13.414297317799999</c:v>
                </c:pt>
                <c:pt idx="2">
                  <c:v>13.414297317799999</c:v>
                </c:pt>
                <c:pt idx="3">
                  <c:v>13.414297317799999</c:v>
                </c:pt>
                <c:pt idx="4">
                  <c:v>13.414297317799999</c:v>
                </c:pt>
                <c:pt idx="5">
                  <c:v>13.414297317799999</c:v>
                </c:pt>
                <c:pt idx="6">
                  <c:v>13.414297317799999</c:v>
                </c:pt>
                <c:pt idx="7">
                  <c:v>13.414297317799999</c:v>
                </c:pt>
                <c:pt idx="8">
                  <c:v>13.414297317799999</c:v>
                </c:pt>
                <c:pt idx="9">
                  <c:v>13.414297317799999</c:v>
                </c:pt>
                <c:pt idx="10">
                  <c:v>13.414297317799999</c:v>
                </c:pt>
                <c:pt idx="11">
                  <c:v>13.414297317799999</c:v>
                </c:pt>
                <c:pt idx="12">
                  <c:v>13.414297317799999</c:v>
                </c:pt>
                <c:pt idx="13">
                  <c:v>13.414297317799999</c:v>
                </c:pt>
                <c:pt idx="14">
                  <c:v>13.414297317799999</c:v>
                </c:pt>
                <c:pt idx="15">
                  <c:v>13.414297317799999</c:v>
                </c:pt>
                <c:pt idx="16">
                  <c:v>14.2340481572</c:v>
                </c:pt>
                <c:pt idx="17">
                  <c:v>14.2340481572</c:v>
                </c:pt>
                <c:pt idx="18">
                  <c:v>14.2340481572</c:v>
                </c:pt>
                <c:pt idx="19">
                  <c:v>14.2340481572</c:v>
                </c:pt>
                <c:pt idx="20">
                  <c:v>14.2340481572</c:v>
                </c:pt>
                <c:pt idx="21">
                  <c:v>14.2340481572</c:v>
                </c:pt>
                <c:pt idx="22">
                  <c:v>14.2340481572</c:v>
                </c:pt>
                <c:pt idx="23">
                  <c:v>17.2738509733</c:v>
                </c:pt>
                <c:pt idx="24">
                  <c:v>17.2738509733</c:v>
                </c:pt>
                <c:pt idx="25">
                  <c:v>17.2738509733</c:v>
                </c:pt>
                <c:pt idx="26">
                  <c:v>17.2738509733</c:v>
                </c:pt>
                <c:pt idx="27">
                  <c:v>17.2738509733</c:v>
                </c:pt>
                <c:pt idx="28">
                  <c:v>17.2738509733</c:v>
                </c:pt>
                <c:pt idx="29">
                  <c:v>18.5337529639</c:v>
                </c:pt>
                <c:pt idx="30">
                  <c:v>18.5337529639</c:v>
                </c:pt>
                <c:pt idx="31">
                  <c:v>18.5337529639</c:v>
                </c:pt>
                <c:pt idx="32">
                  <c:v>18.5337529639</c:v>
                </c:pt>
                <c:pt idx="33">
                  <c:v>18.5337529639</c:v>
                </c:pt>
                <c:pt idx="34">
                  <c:v>18.5337529639</c:v>
                </c:pt>
                <c:pt idx="35">
                  <c:v>19.988264896299999</c:v>
                </c:pt>
                <c:pt idx="36">
                  <c:v>19.988264896299999</c:v>
                </c:pt>
                <c:pt idx="37">
                  <c:v>19.988264896299999</c:v>
                </c:pt>
                <c:pt idx="38">
                  <c:v>19.988264896299999</c:v>
                </c:pt>
                <c:pt idx="39">
                  <c:v>19.988264896299999</c:v>
                </c:pt>
                <c:pt idx="40">
                  <c:v>19.988264896299999</c:v>
                </c:pt>
                <c:pt idx="41">
                  <c:v>19.988264896299999</c:v>
                </c:pt>
                <c:pt idx="42">
                  <c:v>23.808798662499999</c:v>
                </c:pt>
                <c:pt idx="43">
                  <c:v>23.808798662499999</c:v>
                </c:pt>
                <c:pt idx="44">
                  <c:v>23.808798662499999</c:v>
                </c:pt>
                <c:pt idx="45">
                  <c:v>23.808798662499999</c:v>
                </c:pt>
                <c:pt idx="46">
                  <c:v>23.808798662499999</c:v>
                </c:pt>
                <c:pt idx="47">
                  <c:v>23.808798662499999</c:v>
                </c:pt>
                <c:pt idx="48">
                  <c:v>30.728674817999998</c:v>
                </c:pt>
                <c:pt idx="49">
                  <c:v>30.728674817999998</c:v>
                </c:pt>
                <c:pt idx="50">
                  <c:v>30.728674817999998</c:v>
                </c:pt>
                <c:pt idx="51">
                  <c:v>30.728674817999998</c:v>
                </c:pt>
                <c:pt idx="52">
                  <c:v>30.728674817999998</c:v>
                </c:pt>
                <c:pt idx="53">
                  <c:v>30.728674817999998</c:v>
                </c:pt>
                <c:pt idx="54">
                  <c:v>39.034133473099999</c:v>
                </c:pt>
                <c:pt idx="55">
                  <c:v>39.034133473099999</c:v>
                </c:pt>
                <c:pt idx="56">
                  <c:v>39.034133473099999</c:v>
                </c:pt>
                <c:pt idx="57">
                  <c:v>39.034133473099999</c:v>
                </c:pt>
                <c:pt idx="58">
                  <c:v>39.034133473099999</c:v>
                </c:pt>
                <c:pt idx="59">
                  <c:v>39.034133473099999</c:v>
                </c:pt>
                <c:pt idx="60">
                  <c:v>39.034133473099999</c:v>
                </c:pt>
                <c:pt idx="61">
                  <c:v>46.7421943051</c:v>
                </c:pt>
                <c:pt idx="62">
                  <c:v>46.7421943051</c:v>
                </c:pt>
                <c:pt idx="63">
                  <c:v>46.7421943051</c:v>
                </c:pt>
                <c:pt idx="64">
                  <c:v>46.7421943051</c:v>
                </c:pt>
                <c:pt idx="65">
                  <c:v>46.7421943051</c:v>
                </c:pt>
                <c:pt idx="66">
                  <c:v>46.7421943051</c:v>
                </c:pt>
                <c:pt idx="67">
                  <c:v>52.147514087799998</c:v>
                </c:pt>
                <c:pt idx="68">
                  <c:v>52.147514087799998</c:v>
                </c:pt>
                <c:pt idx="69">
                  <c:v>52.147514087799998</c:v>
                </c:pt>
                <c:pt idx="70">
                  <c:v>52.147514087799998</c:v>
                </c:pt>
                <c:pt idx="71">
                  <c:v>52.147514087799998</c:v>
                </c:pt>
                <c:pt idx="72">
                  <c:v>52.147514087799998</c:v>
                </c:pt>
                <c:pt idx="73">
                  <c:v>55.066825329099998</c:v>
                </c:pt>
                <c:pt idx="74">
                  <c:v>55.066825329099998</c:v>
                </c:pt>
                <c:pt idx="75">
                  <c:v>55.066825329099998</c:v>
                </c:pt>
                <c:pt idx="76">
                  <c:v>55.066825329099998</c:v>
                </c:pt>
                <c:pt idx="77">
                  <c:v>55.066825329099998</c:v>
                </c:pt>
                <c:pt idx="78">
                  <c:v>55.066825329099998</c:v>
                </c:pt>
                <c:pt idx="79">
                  <c:v>52.783114795300001</c:v>
                </c:pt>
                <c:pt idx="80">
                  <c:v>52.783114795300001</c:v>
                </c:pt>
                <c:pt idx="81">
                  <c:v>52.783114795300001</c:v>
                </c:pt>
                <c:pt idx="82">
                  <c:v>52.783114795300001</c:v>
                </c:pt>
                <c:pt idx="83">
                  <c:v>52.783114795300001</c:v>
                </c:pt>
                <c:pt idx="84">
                  <c:v>52.783114795300001</c:v>
                </c:pt>
                <c:pt idx="85">
                  <c:v>52.783114795300001</c:v>
                </c:pt>
                <c:pt idx="86">
                  <c:v>48.8849500392</c:v>
                </c:pt>
                <c:pt idx="87">
                  <c:v>48.8849500392</c:v>
                </c:pt>
                <c:pt idx="88">
                  <c:v>48.8849500392</c:v>
                </c:pt>
                <c:pt idx="89">
                  <c:v>48.8849500392</c:v>
                </c:pt>
                <c:pt idx="90">
                  <c:v>48.8849500392</c:v>
                </c:pt>
                <c:pt idx="91">
                  <c:v>48.8849500392</c:v>
                </c:pt>
                <c:pt idx="92">
                  <c:v>44.865441626699997</c:v>
                </c:pt>
                <c:pt idx="93">
                  <c:v>44.865441626699997</c:v>
                </c:pt>
                <c:pt idx="94">
                  <c:v>44.865441626699997</c:v>
                </c:pt>
                <c:pt idx="95">
                  <c:v>44.865441626699997</c:v>
                </c:pt>
                <c:pt idx="96">
                  <c:v>44.865441626699997</c:v>
                </c:pt>
                <c:pt idx="97">
                  <c:v>44.865441626699997</c:v>
                </c:pt>
                <c:pt idx="98">
                  <c:v>44.271709887699998</c:v>
                </c:pt>
                <c:pt idx="99">
                  <c:v>44.271709887699998</c:v>
                </c:pt>
                <c:pt idx="100">
                  <c:v>44.271709887699998</c:v>
                </c:pt>
                <c:pt idx="101">
                  <c:v>44.271709887699998</c:v>
                </c:pt>
                <c:pt idx="102">
                  <c:v>44.271709887699998</c:v>
                </c:pt>
                <c:pt idx="103">
                  <c:v>44.271709887699998</c:v>
                </c:pt>
                <c:pt idx="104">
                  <c:v>44.271709887699998</c:v>
                </c:pt>
                <c:pt idx="105">
                  <c:v>45.368541747800002</c:v>
                </c:pt>
                <c:pt idx="106">
                  <c:v>45.368541747800002</c:v>
                </c:pt>
                <c:pt idx="107">
                  <c:v>45.368541747800002</c:v>
                </c:pt>
                <c:pt idx="108">
                  <c:v>45.368541747800002</c:v>
                </c:pt>
                <c:pt idx="109">
                  <c:v>45.368541747800002</c:v>
                </c:pt>
                <c:pt idx="110">
                  <c:v>45.368541747800002</c:v>
                </c:pt>
                <c:pt idx="111">
                  <c:v>45.368541747800002</c:v>
                </c:pt>
                <c:pt idx="112">
                  <c:v>45.368541747800002</c:v>
                </c:pt>
                <c:pt idx="113">
                  <c:v>45.368541747800002</c:v>
                </c:pt>
                <c:pt idx="114">
                  <c:v>45.368541747800002</c:v>
                </c:pt>
                <c:pt idx="115">
                  <c:v>45.368541747800002</c:v>
                </c:pt>
                <c:pt idx="116">
                  <c:v>45.368541747800002</c:v>
                </c:pt>
                <c:pt idx="117">
                  <c:v>45.368541747800002</c:v>
                </c:pt>
                <c:pt idx="118">
                  <c:v>45.368541747800002</c:v>
                </c:pt>
                <c:pt idx="119">
                  <c:v>45.368541747800002</c:v>
                </c:pt>
                <c:pt idx="120">
                  <c:v>45.368541747800002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95B-4295-A104-62D129B5B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Q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Observações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0.52631578947400004</c:v>
                </c:pt>
                <c:pt idx="2">
                  <c:v>1.05263157895</c:v>
                </c:pt>
                <c:pt idx="3">
                  <c:v>1.5789473684199999</c:v>
                </c:pt>
                <c:pt idx="4">
                  <c:v>2.1052631578900001</c:v>
                </c:pt>
                <c:pt idx="5">
                  <c:v>2.63157894737</c:v>
                </c:pt>
                <c:pt idx="6">
                  <c:v>3.1578947368399999</c:v>
                </c:pt>
                <c:pt idx="7">
                  <c:v>3.6842105263199998</c:v>
                </c:pt>
                <c:pt idx="8">
                  <c:v>4.2105263157900001</c:v>
                </c:pt>
                <c:pt idx="9">
                  <c:v>4.73684210526</c:v>
                </c:pt>
                <c:pt idx="10">
                  <c:v>5.26315789474</c:v>
                </c:pt>
                <c:pt idx="11">
                  <c:v>5.7894736842099999</c:v>
                </c:pt>
                <c:pt idx="12">
                  <c:v>6.3157894736799998</c:v>
                </c:pt>
                <c:pt idx="13">
                  <c:v>6.8421052631599997</c:v>
                </c:pt>
                <c:pt idx="14">
                  <c:v>7.3684210526299996</c:v>
                </c:pt>
                <c:pt idx="15">
                  <c:v>7.8947368421100004</c:v>
                </c:pt>
                <c:pt idx="16">
                  <c:v>8.4210526315800003</c:v>
                </c:pt>
                <c:pt idx="17">
                  <c:v>8.9473684210499993</c:v>
                </c:pt>
                <c:pt idx="18">
                  <c:v>9.4736842105299992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0.0</c:formatCode>
                <c:ptCount val="121"/>
                <c:pt idx="0">
                  <c:v>11.218868319</c:v>
                </c:pt>
                <c:pt idx="1">
                  <c:v>7.9453267329299999</c:v>
                </c:pt>
                <c:pt idx="2">
                  <c:v>17.212331099</c:v>
                </c:pt>
                <c:pt idx="3">
                  <c:v>20.078048340199999</c:v>
                </c:pt>
                <c:pt idx="4">
                  <c:v>10.6169120978</c:v>
                </c:pt>
                <c:pt idx="5">
                  <c:v>15.3176225158</c:v>
                </c:pt>
                <c:pt idx="6">
                  <c:v>23.1443408138</c:v>
                </c:pt>
                <c:pt idx="7">
                  <c:v>23.511841051899999</c:v>
                </c:pt>
                <c:pt idx="8">
                  <c:v>27.350608002400001</c:v>
                </c:pt>
                <c:pt idx="9">
                  <c:v>29.719580928700001</c:v>
                </c:pt>
                <c:pt idx="10">
                  <c:v>49.917003293199997</c:v>
                </c:pt>
                <c:pt idx="11">
                  <c:v>64.671634089500003</c:v>
                </c:pt>
                <c:pt idx="12">
                  <c:v>62.052145211700001</c:v>
                </c:pt>
                <c:pt idx="13">
                  <c:v>54.377206915999999</c:v>
                </c:pt>
                <c:pt idx="14">
                  <c:v>44.316137134900004</c:v>
                </c:pt>
                <c:pt idx="15">
                  <c:v>38.498450624299998</c:v>
                </c:pt>
                <c:pt idx="16">
                  <c:v>45.1808103089</c:v>
                </c:pt>
                <c:pt idx="17">
                  <c:v>41.9546031494</c:v>
                </c:pt>
                <c:pt idx="18">
                  <c:v>51.408548221099998</c:v>
                </c:pt>
                <c:pt idx="19">
                  <c:v>49.800296435200003</c:v>
                </c:pt>
                <c:pt idx="20">
                  <c:v>49.800296435200003</c:v>
                </c:pt>
                <c:pt idx="21">
                  <c:v>49.800296435200003</c:v>
                </c:pt>
                <c:pt idx="22">
                  <c:v>49.800296435200003</c:v>
                </c:pt>
                <c:pt idx="23">
                  <c:v>49.800296435200003</c:v>
                </c:pt>
                <c:pt idx="24">
                  <c:v>49.800296435200003</c:v>
                </c:pt>
                <c:pt idx="25">
                  <c:v>49.800296435200003</c:v>
                </c:pt>
                <c:pt idx="26">
                  <c:v>49.800296435200003</c:v>
                </c:pt>
                <c:pt idx="27">
                  <c:v>49.800296435200003</c:v>
                </c:pt>
                <c:pt idx="28">
                  <c:v>49.800296435200003</c:v>
                </c:pt>
                <c:pt idx="29">
                  <c:v>49.800296435200003</c:v>
                </c:pt>
                <c:pt idx="30">
                  <c:v>49.800296435200003</c:v>
                </c:pt>
                <c:pt idx="31">
                  <c:v>49.800296435200003</c:v>
                </c:pt>
                <c:pt idx="32">
                  <c:v>49.800296435200003</c:v>
                </c:pt>
                <c:pt idx="33">
                  <c:v>49.800296435200003</c:v>
                </c:pt>
                <c:pt idx="34">
                  <c:v>49.800296435200003</c:v>
                </c:pt>
                <c:pt idx="35">
                  <c:v>49.800296435200003</c:v>
                </c:pt>
                <c:pt idx="36">
                  <c:v>49.800296435200003</c:v>
                </c:pt>
                <c:pt idx="37">
                  <c:v>49.800296435200003</c:v>
                </c:pt>
                <c:pt idx="38">
                  <c:v>49.800296435200003</c:v>
                </c:pt>
                <c:pt idx="39">
                  <c:v>49.800296435200003</c:v>
                </c:pt>
                <c:pt idx="40">
                  <c:v>49.800296435200003</c:v>
                </c:pt>
                <c:pt idx="41">
                  <c:v>49.800296435200003</c:v>
                </c:pt>
                <c:pt idx="42">
                  <c:v>49.800296435200003</c:v>
                </c:pt>
                <c:pt idx="43">
                  <c:v>49.800296435200003</c:v>
                </c:pt>
                <c:pt idx="44">
                  <c:v>49.800296435200003</c:v>
                </c:pt>
                <c:pt idx="45">
                  <c:v>49.800296435200003</c:v>
                </c:pt>
                <c:pt idx="46">
                  <c:v>49.800296435200003</c:v>
                </c:pt>
                <c:pt idx="47">
                  <c:v>49.800296435200003</c:v>
                </c:pt>
                <c:pt idx="48">
                  <c:v>49.800296435200003</c:v>
                </c:pt>
                <c:pt idx="49">
                  <c:v>49.800296435200003</c:v>
                </c:pt>
                <c:pt idx="50">
                  <c:v>49.800296435200003</c:v>
                </c:pt>
                <c:pt idx="51">
                  <c:v>49.800296435200003</c:v>
                </c:pt>
                <c:pt idx="52">
                  <c:v>49.800296435200003</c:v>
                </c:pt>
                <c:pt idx="53">
                  <c:v>49.800296435200003</c:v>
                </c:pt>
                <c:pt idx="54">
                  <c:v>49.800296435200003</c:v>
                </c:pt>
                <c:pt idx="55">
                  <c:v>49.800296435200003</c:v>
                </c:pt>
                <c:pt idx="56">
                  <c:v>49.800296435200003</c:v>
                </c:pt>
                <c:pt idx="57">
                  <c:v>49.800296435200003</c:v>
                </c:pt>
                <c:pt idx="58">
                  <c:v>49.800296435200003</c:v>
                </c:pt>
                <c:pt idx="59">
                  <c:v>49.800296435200003</c:v>
                </c:pt>
                <c:pt idx="60">
                  <c:v>49.800296435200003</c:v>
                </c:pt>
                <c:pt idx="61">
                  <c:v>49.800296435200003</c:v>
                </c:pt>
                <c:pt idx="62">
                  <c:v>49.800296435200003</c:v>
                </c:pt>
                <c:pt idx="63">
                  <c:v>49.800296435200003</c:v>
                </c:pt>
                <c:pt idx="64">
                  <c:v>49.800296435200003</c:v>
                </c:pt>
                <c:pt idx="65">
                  <c:v>49.800296435200003</c:v>
                </c:pt>
                <c:pt idx="66">
                  <c:v>49.800296435200003</c:v>
                </c:pt>
                <c:pt idx="67">
                  <c:v>49.800296435200003</c:v>
                </c:pt>
                <c:pt idx="68">
                  <c:v>49.800296435200003</c:v>
                </c:pt>
                <c:pt idx="69">
                  <c:v>49.800296435200003</c:v>
                </c:pt>
                <c:pt idx="70">
                  <c:v>49.800296435200003</c:v>
                </c:pt>
                <c:pt idx="71">
                  <c:v>49.800296435200003</c:v>
                </c:pt>
                <c:pt idx="72">
                  <c:v>49.800296435200003</c:v>
                </c:pt>
                <c:pt idx="73">
                  <c:v>49.800296435200003</c:v>
                </c:pt>
                <c:pt idx="74">
                  <c:v>49.800296435200003</c:v>
                </c:pt>
                <c:pt idx="75">
                  <c:v>49.800296435200003</c:v>
                </c:pt>
                <c:pt idx="76">
                  <c:v>49.800296435200003</c:v>
                </c:pt>
                <c:pt idx="77">
                  <c:v>49.800296435200003</c:v>
                </c:pt>
                <c:pt idx="78">
                  <c:v>49.800296435200003</c:v>
                </c:pt>
                <c:pt idx="79">
                  <c:v>49.800296435200003</c:v>
                </c:pt>
                <c:pt idx="80">
                  <c:v>49.800296435200003</c:v>
                </c:pt>
                <c:pt idx="81">
                  <c:v>49.800296435200003</c:v>
                </c:pt>
                <c:pt idx="82">
                  <c:v>49.800296435200003</c:v>
                </c:pt>
                <c:pt idx="83">
                  <c:v>49.800296435200003</c:v>
                </c:pt>
                <c:pt idx="84">
                  <c:v>49.800296435200003</c:v>
                </c:pt>
                <c:pt idx="85">
                  <c:v>49.800296435200003</c:v>
                </c:pt>
                <c:pt idx="86">
                  <c:v>49.800296435200003</c:v>
                </c:pt>
                <c:pt idx="87">
                  <c:v>49.800296435200003</c:v>
                </c:pt>
                <c:pt idx="88">
                  <c:v>49.800296435200003</c:v>
                </c:pt>
                <c:pt idx="89">
                  <c:v>49.800296435200003</c:v>
                </c:pt>
                <c:pt idx="90">
                  <c:v>49.800296435200003</c:v>
                </c:pt>
                <c:pt idx="91">
                  <c:v>49.800296435200003</c:v>
                </c:pt>
                <c:pt idx="92">
                  <c:v>49.800296435200003</c:v>
                </c:pt>
                <c:pt idx="93">
                  <c:v>49.800296435200003</c:v>
                </c:pt>
                <c:pt idx="94">
                  <c:v>49.800296435200003</c:v>
                </c:pt>
                <c:pt idx="95">
                  <c:v>49.800296435200003</c:v>
                </c:pt>
                <c:pt idx="96">
                  <c:v>49.800296435200003</c:v>
                </c:pt>
                <c:pt idx="97">
                  <c:v>49.800296435200003</c:v>
                </c:pt>
                <c:pt idx="98">
                  <c:v>49.800296435200003</c:v>
                </c:pt>
                <c:pt idx="99">
                  <c:v>49.800296435200003</c:v>
                </c:pt>
                <c:pt idx="100">
                  <c:v>49.800296435200003</c:v>
                </c:pt>
                <c:pt idx="101">
                  <c:v>49.800296435200003</c:v>
                </c:pt>
                <c:pt idx="102">
                  <c:v>49.800296435200003</c:v>
                </c:pt>
                <c:pt idx="103">
                  <c:v>49.800296435200003</c:v>
                </c:pt>
                <c:pt idx="104">
                  <c:v>49.800296435200003</c:v>
                </c:pt>
                <c:pt idx="105">
                  <c:v>49.800296435200003</c:v>
                </c:pt>
                <c:pt idx="106">
                  <c:v>49.800296435200003</c:v>
                </c:pt>
                <c:pt idx="107">
                  <c:v>49.800296435200003</c:v>
                </c:pt>
                <c:pt idx="108">
                  <c:v>49.800296435200003</c:v>
                </c:pt>
                <c:pt idx="109">
                  <c:v>49.800296435200003</c:v>
                </c:pt>
                <c:pt idx="110">
                  <c:v>49.800296435200003</c:v>
                </c:pt>
                <c:pt idx="111">
                  <c:v>49.800296435200003</c:v>
                </c:pt>
                <c:pt idx="112">
                  <c:v>49.800296435200003</c:v>
                </c:pt>
                <c:pt idx="113">
                  <c:v>49.800296435200003</c:v>
                </c:pt>
                <c:pt idx="114">
                  <c:v>49.800296435200003</c:v>
                </c:pt>
                <c:pt idx="115">
                  <c:v>49.800296435200003</c:v>
                </c:pt>
                <c:pt idx="116">
                  <c:v>49.800296435200003</c:v>
                </c:pt>
                <c:pt idx="117">
                  <c:v>49.800296435200003</c:v>
                </c:pt>
                <c:pt idx="118">
                  <c:v>49.800296435200003</c:v>
                </c:pt>
                <c:pt idx="119">
                  <c:v>49.800296435200003</c:v>
                </c:pt>
                <c:pt idx="120">
                  <c:v>49.800296435200003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34-4365-A6CC-3B4CD9C6720C}"/>
            </c:ext>
          </c:extLst>
        </c:ser>
        <c:ser>
          <c:idx val="1"/>
          <c:order val="1"/>
          <c:tx>
            <c:v>KNN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8.3333333333299994E-2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0.33333333333300003</c:v>
                </c:pt>
                <c:pt idx="5">
                  <c:v>0.41666666666699997</c:v>
                </c:pt>
                <c:pt idx="6">
                  <c:v>0.5</c:v>
                </c:pt>
                <c:pt idx="7">
                  <c:v>0.58333333333299997</c:v>
                </c:pt>
                <c:pt idx="8">
                  <c:v>0.66666666666700003</c:v>
                </c:pt>
                <c:pt idx="9">
                  <c:v>0.75</c:v>
                </c:pt>
                <c:pt idx="10">
                  <c:v>0.83333333333299997</c:v>
                </c:pt>
                <c:pt idx="11">
                  <c:v>0.91666666666700003</c:v>
                </c:pt>
                <c:pt idx="12">
                  <c:v>1</c:v>
                </c:pt>
                <c:pt idx="13">
                  <c:v>1.0833333333299999</c:v>
                </c:pt>
                <c:pt idx="14">
                  <c:v>1.1666666666700001</c:v>
                </c:pt>
                <c:pt idx="15">
                  <c:v>1.25</c:v>
                </c:pt>
                <c:pt idx="16">
                  <c:v>1.3333333333299999</c:v>
                </c:pt>
                <c:pt idx="17">
                  <c:v>1.4166666666700001</c:v>
                </c:pt>
                <c:pt idx="18">
                  <c:v>1.5</c:v>
                </c:pt>
                <c:pt idx="19">
                  <c:v>1.5833333333299999</c:v>
                </c:pt>
                <c:pt idx="20">
                  <c:v>1.6666666666700001</c:v>
                </c:pt>
                <c:pt idx="21">
                  <c:v>1.75</c:v>
                </c:pt>
                <c:pt idx="22">
                  <c:v>1.8333333333299999</c:v>
                </c:pt>
                <c:pt idx="23">
                  <c:v>1.9166666666700001</c:v>
                </c:pt>
                <c:pt idx="24">
                  <c:v>2</c:v>
                </c:pt>
                <c:pt idx="25">
                  <c:v>2.0833333333300001</c:v>
                </c:pt>
                <c:pt idx="26">
                  <c:v>2.1666666666699999</c:v>
                </c:pt>
                <c:pt idx="27">
                  <c:v>2.25</c:v>
                </c:pt>
                <c:pt idx="28">
                  <c:v>2.3333333333300001</c:v>
                </c:pt>
                <c:pt idx="29">
                  <c:v>2.4166666666699999</c:v>
                </c:pt>
                <c:pt idx="30">
                  <c:v>2.5</c:v>
                </c:pt>
                <c:pt idx="31">
                  <c:v>2.5833333333300001</c:v>
                </c:pt>
                <c:pt idx="32">
                  <c:v>2.6666666666699999</c:v>
                </c:pt>
                <c:pt idx="33">
                  <c:v>2.75</c:v>
                </c:pt>
                <c:pt idx="34">
                  <c:v>2.8333333333300001</c:v>
                </c:pt>
                <c:pt idx="35">
                  <c:v>2.9166666666699999</c:v>
                </c:pt>
                <c:pt idx="36">
                  <c:v>3</c:v>
                </c:pt>
                <c:pt idx="37">
                  <c:v>3.0833333333300001</c:v>
                </c:pt>
                <c:pt idx="38">
                  <c:v>3.1666666666699999</c:v>
                </c:pt>
                <c:pt idx="39">
                  <c:v>3.25</c:v>
                </c:pt>
                <c:pt idx="40">
                  <c:v>3.3333333333300001</c:v>
                </c:pt>
                <c:pt idx="41">
                  <c:v>3.4166666666699999</c:v>
                </c:pt>
                <c:pt idx="42">
                  <c:v>3.5</c:v>
                </c:pt>
                <c:pt idx="43">
                  <c:v>3.5833333333300001</c:v>
                </c:pt>
                <c:pt idx="44">
                  <c:v>3.6666666666699999</c:v>
                </c:pt>
                <c:pt idx="45">
                  <c:v>3.75</c:v>
                </c:pt>
                <c:pt idx="46">
                  <c:v>3.8333333333300001</c:v>
                </c:pt>
                <c:pt idx="47">
                  <c:v>3.9166666666699999</c:v>
                </c:pt>
                <c:pt idx="48">
                  <c:v>4</c:v>
                </c:pt>
                <c:pt idx="49">
                  <c:v>4.0833333333299997</c:v>
                </c:pt>
                <c:pt idx="50">
                  <c:v>4.1666666666700003</c:v>
                </c:pt>
                <c:pt idx="51">
                  <c:v>4.25</c:v>
                </c:pt>
                <c:pt idx="52">
                  <c:v>4.3333333333299997</c:v>
                </c:pt>
                <c:pt idx="53">
                  <c:v>4.4166666666700003</c:v>
                </c:pt>
                <c:pt idx="54">
                  <c:v>4.5</c:v>
                </c:pt>
                <c:pt idx="55">
                  <c:v>4.5833333333299997</c:v>
                </c:pt>
                <c:pt idx="56">
                  <c:v>4.6666666666700003</c:v>
                </c:pt>
                <c:pt idx="57">
                  <c:v>4.75</c:v>
                </c:pt>
                <c:pt idx="58">
                  <c:v>4.8333333333299997</c:v>
                </c:pt>
                <c:pt idx="59">
                  <c:v>4.9166666666700003</c:v>
                </c:pt>
                <c:pt idx="60">
                  <c:v>5</c:v>
                </c:pt>
                <c:pt idx="61">
                  <c:v>5.0833333333299997</c:v>
                </c:pt>
                <c:pt idx="62">
                  <c:v>5.1666666666700003</c:v>
                </c:pt>
                <c:pt idx="63">
                  <c:v>5.25</c:v>
                </c:pt>
                <c:pt idx="64">
                  <c:v>5.3333333333299997</c:v>
                </c:pt>
                <c:pt idx="65">
                  <c:v>5.4166666666700003</c:v>
                </c:pt>
                <c:pt idx="66">
                  <c:v>5.5</c:v>
                </c:pt>
                <c:pt idx="67">
                  <c:v>5.5833333333299997</c:v>
                </c:pt>
                <c:pt idx="68">
                  <c:v>5.6666666666700003</c:v>
                </c:pt>
                <c:pt idx="69">
                  <c:v>5.75</c:v>
                </c:pt>
                <c:pt idx="70">
                  <c:v>5.8333333333299997</c:v>
                </c:pt>
                <c:pt idx="71">
                  <c:v>5.9166666666700003</c:v>
                </c:pt>
                <c:pt idx="72">
                  <c:v>6</c:v>
                </c:pt>
                <c:pt idx="73">
                  <c:v>6.0833333333299997</c:v>
                </c:pt>
                <c:pt idx="74">
                  <c:v>6.1666666666700003</c:v>
                </c:pt>
                <c:pt idx="75">
                  <c:v>6.25</c:v>
                </c:pt>
                <c:pt idx="76">
                  <c:v>6.3333333333299997</c:v>
                </c:pt>
                <c:pt idx="77">
                  <c:v>6.4166666666700003</c:v>
                </c:pt>
                <c:pt idx="78">
                  <c:v>6.5</c:v>
                </c:pt>
                <c:pt idx="79">
                  <c:v>6.5833333333299997</c:v>
                </c:pt>
                <c:pt idx="80">
                  <c:v>6.6666666666700003</c:v>
                </c:pt>
                <c:pt idx="81">
                  <c:v>6.75</c:v>
                </c:pt>
                <c:pt idx="82">
                  <c:v>6.8333333333299997</c:v>
                </c:pt>
                <c:pt idx="83">
                  <c:v>6.9166666666700003</c:v>
                </c:pt>
                <c:pt idx="84">
                  <c:v>7</c:v>
                </c:pt>
                <c:pt idx="85">
                  <c:v>7.0833333333299997</c:v>
                </c:pt>
                <c:pt idx="86">
                  <c:v>7.1666666666700003</c:v>
                </c:pt>
                <c:pt idx="87">
                  <c:v>7.25</c:v>
                </c:pt>
                <c:pt idx="88">
                  <c:v>7.3333333333299997</c:v>
                </c:pt>
                <c:pt idx="89">
                  <c:v>7.4166666666700003</c:v>
                </c:pt>
                <c:pt idx="90">
                  <c:v>7.5</c:v>
                </c:pt>
                <c:pt idx="91">
                  <c:v>7.5833333333299997</c:v>
                </c:pt>
                <c:pt idx="92">
                  <c:v>7.6666666666700003</c:v>
                </c:pt>
                <c:pt idx="93">
                  <c:v>7.75</c:v>
                </c:pt>
                <c:pt idx="94">
                  <c:v>7.8333333333299997</c:v>
                </c:pt>
                <c:pt idx="95">
                  <c:v>7.9166666666700003</c:v>
                </c:pt>
                <c:pt idx="96">
                  <c:v>8</c:v>
                </c:pt>
                <c:pt idx="97">
                  <c:v>8.0833333333299997</c:v>
                </c:pt>
                <c:pt idx="98">
                  <c:v>8.1666666666700003</c:v>
                </c:pt>
                <c:pt idx="99">
                  <c:v>8.25</c:v>
                </c:pt>
                <c:pt idx="100">
                  <c:v>8.3333333333299997</c:v>
                </c:pt>
                <c:pt idx="101">
                  <c:v>8.4166666666700003</c:v>
                </c:pt>
                <c:pt idx="102">
                  <c:v>8.5</c:v>
                </c:pt>
                <c:pt idx="103">
                  <c:v>8.5833333333299997</c:v>
                </c:pt>
                <c:pt idx="104">
                  <c:v>8.6666666666700003</c:v>
                </c:pt>
                <c:pt idx="105">
                  <c:v>8.75</c:v>
                </c:pt>
                <c:pt idx="106">
                  <c:v>8.8333333333299997</c:v>
                </c:pt>
                <c:pt idx="107">
                  <c:v>8.9166666666700003</c:v>
                </c:pt>
                <c:pt idx="108">
                  <c:v>9</c:v>
                </c:pt>
                <c:pt idx="109">
                  <c:v>9.0833333333299997</c:v>
                </c:pt>
                <c:pt idx="110">
                  <c:v>9.1666666666700003</c:v>
                </c:pt>
                <c:pt idx="111">
                  <c:v>9.25</c:v>
                </c:pt>
                <c:pt idx="112">
                  <c:v>9.3333333333299997</c:v>
                </c:pt>
                <c:pt idx="113">
                  <c:v>9.4166666666700003</c:v>
                </c:pt>
                <c:pt idx="114">
                  <c:v>9.5</c:v>
                </c:pt>
                <c:pt idx="115">
                  <c:v>9.5833333333299997</c:v>
                </c:pt>
                <c:pt idx="116">
                  <c:v>9.6666666666700003</c:v>
                </c:pt>
                <c:pt idx="117">
                  <c:v>9.75</c:v>
                </c:pt>
                <c:pt idx="118">
                  <c:v>9.8333333333299997</c:v>
                </c:pt>
                <c:pt idx="119">
                  <c:v>9.9166666666700003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0.0</c:formatCode>
                <c:ptCount val="121"/>
                <c:pt idx="0">
                  <c:v>30.763307103100001</c:v>
                </c:pt>
                <c:pt idx="1">
                  <c:v>30.763307103100001</c:v>
                </c:pt>
                <c:pt idx="2">
                  <c:v>30.763307103100001</c:v>
                </c:pt>
                <c:pt idx="3">
                  <c:v>30.763307103100001</c:v>
                </c:pt>
                <c:pt idx="4">
                  <c:v>30.763307103100001</c:v>
                </c:pt>
                <c:pt idx="5">
                  <c:v>30.763307103100001</c:v>
                </c:pt>
                <c:pt idx="6">
                  <c:v>30.763307103100001</c:v>
                </c:pt>
                <c:pt idx="7">
                  <c:v>30.763307103100001</c:v>
                </c:pt>
                <c:pt idx="8">
                  <c:v>30.763307103100001</c:v>
                </c:pt>
                <c:pt idx="9">
                  <c:v>30.763307103100001</c:v>
                </c:pt>
                <c:pt idx="10">
                  <c:v>30.763307103100001</c:v>
                </c:pt>
                <c:pt idx="11">
                  <c:v>30.763307103100001</c:v>
                </c:pt>
                <c:pt idx="12">
                  <c:v>30.763307103100001</c:v>
                </c:pt>
                <c:pt idx="13">
                  <c:v>30.763307103100001</c:v>
                </c:pt>
                <c:pt idx="14">
                  <c:v>30.763307103100001</c:v>
                </c:pt>
                <c:pt idx="15">
                  <c:v>30.763307103100001</c:v>
                </c:pt>
                <c:pt idx="16">
                  <c:v>30.763307103100001</c:v>
                </c:pt>
                <c:pt idx="17">
                  <c:v>30.763307103100001</c:v>
                </c:pt>
                <c:pt idx="18">
                  <c:v>30.763307103100001</c:v>
                </c:pt>
                <c:pt idx="19">
                  <c:v>30.763307103100001</c:v>
                </c:pt>
                <c:pt idx="20">
                  <c:v>30.763307103100001</c:v>
                </c:pt>
                <c:pt idx="21">
                  <c:v>30.763307103100001</c:v>
                </c:pt>
                <c:pt idx="22">
                  <c:v>30.763307103100001</c:v>
                </c:pt>
                <c:pt idx="23">
                  <c:v>30.763307103100001</c:v>
                </c:pt>
                <c:pt idx="24">
                  <c:v>30.763307103100001</c:v>
                </c:pt>
                <c:pt idx="25">
                  <c:v>30.763307103100001</c:v>
                </c:pt>
                <c:pt idx="26">
                  <c:v>30.763307103100001</c:v>
                </c:pt>
                <c:pt idx="27">
                  <c:v>30.763307103100001</c:v>
                </c:pt>
                <c:pt idx="28">
                  <c:v>30.763307103100001</c:v>
                </c:pt>
                <c:pt idx="29">
                  <c:v>30.763307103100001</c:v>
                </c:pt>
                <c:pt idx="30">
                  <c:v>30.763307103100001</c:v>
                </c:pt>
                <c:pt idx="31">
                  <c:v>30.763307103100001</c:v>
                </c:pt>
                <c:pt idx="32">
                  <c:v>30.763307103100001</c:v>
                </c:pt>
                <c:pt idx="33">
                  <c:v>30.763307103100001</c:v>
                </c:pt>
                <c:pt idx="34">
                  <c:v>30.763307103100001</c:v>
                </c:pt>
                <c:pt idx="35">
                  <c:v>30.763307103100001</c:v>
                </c:pt>
                <c:pt idx="36">
                  <c:v>30.763307103100001</c:v>
                </c:pt>
                <c:pt idx="37">
                  <c:v>30.763307103100001</c:v>
                </c:pt>
                <c:pt idx="38">
                  <c:v>30.763307103100001</c:v>
                </c:pt>
                <c:pt idx="39">
                  <c:v>30.763307103100001</c:v>
                </c:pt>
                <c:pt idx="40">
                  <c:v>30.763307103100001</c:v>
                </c:pt>
                <c:pt idx="41">
                  <c:v>30.763307103100001</c:v>
                </c:pt>
                <c:pt idx="42">
                  <c:v>30.763307103100001</c:v>
                </c:pt>
                <c:pt idx="43">
                  <c:v>30.763307103100001</c:v>
                </c:pt>
                <c:pt idx="44">
                  <c:v>30.763307103100001</c:v>
                </c:pt>
                <c:pt idx="45">
                  <c:v>30.763307103100001</c:v>
                </c:pt>
                <c:pt idx="46">
                  <c:v>30.763307103100001</c:v>
                </c:pt>
                <c:pt idx="47">
                  <c:v>30.763307103100001</c:v>
                </c:pt>
                <c:pt idx="48">
                  <c:v>32.581945923500001</c:v>
                </c:pt>
                <c:pt idx="49">
                  <c:v>32.581945923500001</c:v>
                </c:pt>
                <c:pt idx="50">
                  <c:v>32.581945923500001</c:v>
                </c:pt>
                <c:pt idx="51">
                  <c:v>32.581945923500001</c:v>
                </c:pt>
                <c:pt idx="52">
                  <c:v>32.581945923500001</c:v>
                </c:pt>
                <c:pt idx="53">
                  <c:v>32.581945923500001</c:v>
                </c:pt>
                <c:pt idx="54">
                  <c:v>35.064311495200002</c:v>
                </c:pt>
                <c:pt idx="55">
                  <c:v>35.064311495200002</c:v>
                </c:pt>
                <c:pt idx="56">
                  <c:v>35.064311495200002</c:v>
                </c:pt>
                <c:pt idx="57">
                  <c:v>35.064311495200002</c:v>
                </c:pt>
                <c:pt idx="58">
                  <c:v>35.064311495200002</c:v>
                </c:pt>
                <c:pt idx="59">
                  <c:v>35.064311495200002</c:v>
                </c:pt>
                <c:pt idx="60">
                  <c:v>36.713796298600002</c:v>
                </c:pt>
                <c:pt idx="61">
                  <c:v>36.713796298600002</c:v>
                </c:pt>
                <c:pt idx="62">
                  <c:v>36.713796298600002</c:v>
                </c:pt>
                <c:pt idx="63">
                  <c:v>36.713796298600002</c:v>
                </c:pt>
                <c:pt idx="64">
                  <c:v>36.713796298600002</c:v>
                </c:pt>
                <c:pt idx="65">
                  <c:v>36.713796298600002</c:v>
                </c:pt>
                <c:pt idx="66">
                  <c:v>36.713796298600002</c:v>
                </c:pt>
                <c:pt idx="67">
                  <c:v>38.802496290599997</c:v>
                </c:pt>
                <c:pt idx="68">
                  <c:v>38.802496290599997</c:v>
                </c:pt>
                <c:pt idx="69">
                  <c:v>38.802496290599997</c:v>
                </c:pt>
                <c:pt idx="70">
                  <c:v>38.802496290599997</c:v>
                </c:pt>
                <c:pt idx="71">
                  <c:v>38.802496290599997</c:v>
                </c:pt>
                <c:pt idx="72">
                  <c:v>38.802496290599997</c:v>
                </c:pt>
                <c:pt idx="73">
                  <c:v>41.414721913100003</c:v>
                </c:pt>
                <c:pt idx="74">
                  <c:v>41.414721913100003</c:v>
                </c:pt>
                <c:pt idx="75">
                  <c:v>41.414721913100003</c:v>
                </c:pt>
                <c:pt idx="76">
                  <c:v>41.414721913100003</c:v>
                </c:pt>
                <c:pt idx="77">
                  <c:v>41.414721913100003</c:v>
                </c:pt>
                <c:pt idx="78">
                  <c:v>41.414721913100003</c:v>
                </c:pt>
                <c:pt idx="79">
                  <c:v>41.414721913100003</c:v>
                </c:pt>
                <c:pt idx="80">
                  <c:v>41.414721913100003</c:v>
                </c:pt>
                <c:pt idx="81">
                  <c:v>41.414721913100003</c:v>
                </c:pt>
                <c:pt idx="82">
                  <c:v>41.414721913100003</c:v>
                </c:pt>
                <c:pt idx="83">
                  <c:v>41.414721913100003</c:v>
                </c:pt>
                <c:pt idx="84">
                  <c:v>41.414721913100003</c:v>
                </c:pt>
                <c:pt idx="85">
                  <c:v>41.414721913100003</c:v>
                </c:pt>
                <c:pt idx="86">
                  <c:v>41.414721913100003</c:v>
                </c:pt>
                <c:pt idx="87">
                  <c:v>41.414721913100003</c:v>
                </c:pt>
                <c:pt idx="88">
                  <c:v>41.414721913100003</c:v>
                </c:pt>
                <c:pt idx="89">
                  <c:v>41.414721913100003</c:v>
                </c:pt>
                <c:pt idx="90">
                  <c:v>41.414721913100003</c:v>
                </c:pt>
                <c:pt idx="91">
                  <c:v>41.414721913100003</c:v>
                </c:pt>
                <c:pt idx="92">
                  <c:v>41.414721913100003</c:v>
                </c:pt>
                <c:pt idx="93">
                  <c:v>41.414721913100003</c:v>
                </c:pt>
                <c:pt idx="94">
                  <c:v>41.414721913100003</c:v>
                </c:pt>
                <c:pt idx="95">
                  <c:v>41.414721913100003</c:v>
                </c:pt>
                <c:pt idx="96">
                  <c:v>41.414721913100003</c:v>
                </c:pt>
                <c:pt idx="97">
                  <c:v>41.414721913100003</c:v>
                </c:pt>
                <c:pt idx="98">
                  <c:v>41.414721913100003</c:v>
                </c:pt>
                <c:pt idx="99">
                  <c:v>41.414721913100003</c:v>
                </c:pt>
                <c:pt idx="100">
                  <c:v>41.414721913100003</c:v>
                </c:pt>
                <c:pt idx="101">
                  <c:v>41.414721913100003</c:v>
                </c:pt>
                <c:pt idx="102">
                  <c:v>41.414721913100003</c:v>
                </c:pt>
                <c:pt idx="103">
                  <c:v>41.414721913100003</c:v>
                </c:pt>
                <c:pt idx="104">
                  <c:v>41.414721913100003</c:v>
                </c:pt>
                <c:pt idx="105">
                  <c:v>41.414721913100003</c:v>
                </c:pt>
                <c:pt idx="106">
                  <c:v>41.414721913100003</c:v>
                </c:pt>
                <c:pt idx="107">
                  <c:v>41.414721913100003</c:v>
                </c:pt>
                <c:pt idx="108">
                  <c:v>41.414721913100003</c:v>
                </c:pt>
                <c:pt idx="109">
                  <c:v>41.414721913100003</c:v>
                </c:pt>
                <c:pt idx="110">
                  <c:v>41.414721913100003</c:v>
                </c:pt>
                <c:pt idx="111">
                  <c:v>41.414721913100003</c:v>
                </c:pt>
                <c:pt idx="112">
                  <c:v>41.414721913100003</c:v>
                </c:pt>
                <c:pt idx="113">
                  <c:v>41.414721913100003</c:v>
                </c:pt>
                <c:pt idx="114">
                  <c:v>41.414721913100003</c:v>
                </c:pt>
                <c:pt idx="115">
                  <c:v>41.414721913100003</c:v>
                </c:pt>
                <c:pt idx="116">
                  <c:v>41.414721913100003</c:v>
                </c:pt>
                <c:pt idx="117">
                  <c:v>41.414721913100003</c:v>
                </c:pt>
                <c:pt idx="118">
                  <c:v>41.414721913100003</c:v>
                </c:pt>
                <c:pt idx="119">
                  <c:v>41.414721913100003</c:v>
                </c:pt>
                <c:pt idx="120">
                  <c:v>41.414721913100003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34-4365-A6CC-3B4CD9C67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Q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Outros</c:v>
          </c:tx>
          <c:spPr>
            <a:ln w="0">
              <a:noFill/>
            </a:ln>
          </c:spPr>
          <c:marker>
            <c:symbol val="circle"/>
            <c:size val="8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23.5</c:v>
                </c:pt>
                <c:pt idx="1">
                  <c:v>26</c:v>
                </c:pt>
                <c:pt idx="2">
                  <c:v>26</c:v>
                </c:pt>
              </c:numCache>
            </c:numRef>
          </c:xVal>
          <c:yVal>
            <c:numRef>
              <c:f>'Chart Data'!$B$2:$B$4</c:f>
              <c:numCache>
                <c:formatCode>0.0</c:formatCode>
                <c:ptCount val="3"/>
                <c:pt idx="0">
                  <c:v>5.5</c:v>
                </c:pt>
                <c:pt idx="1">
                  <c:v>5.0999999999999996</c:v>
                </c:pt>
                <c:pt idx="2">
                  <c:v>5.0999999999999996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F92-47D7-8935-1A15B8499B4A}"/>
            </c:ext>
          </c:extLst>
        </c:ser>
        <c:ser>
          <c:idx val="1"/>
          <c:order val="1"/>
          <c:tx>
            <c:v>3 vizinhos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24.9</c:v>
                </c:pt>
                <c:pt idx="1">
                  <c:v>25</c:v>
                </c:pt>
                <c:pt idx="2">
                  <c:v>25.2</c:v>
                </c:pt>
              </c:numCache>
            </c:numRef>
          </c:xVal>
          <c:yVal>
            <c:numRef>
              <c:f>'Chart Data'!$D$2:$D$4</c:f>
              <c:numCache>
                <c:formatCode>0.0</c:formatCode>
                <c:ptCount val="3"/>
                <c:pt idx="0">
                  <c:v>5</c:v>
                </c:pt>
                <c:pt idx="1">
                  <c:v>5.2</c:v>
                </c:pt>
                <c:pt idx="2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F92-47D7-8935-1A15B8499B4A}"/>
            </c:ext>
          </c:extLst>
        </c:ser>
        <c:ser>
          <c:idx val="2"/>
          <c:order val="2"/>
          <c:tx>
            <c:v>Linha 1</c:v>
          </c:tx>
          <c:spPr>
            <a:ln w="0">
              <a:noFill/>
            </a:ln>
          </c:spPr>
          <c:marker>
            <c:symbol val="star"/>
            <c:size val="13"/>
            <c:spPr>
              <a:solidFill>
                <a:srgbClr val="FFAD62"/>
              </a:solidFill>
              <a:ln w="0">
                <a:noFill/>
              </a:ln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24.5</c:v>
                </c:pt>
                <c:pt idx="1">
                  <c:v>24.5</c:v>
                </c:pt>
                <c:pt idx="2">
                  <c:v>24.5</c:v>
                </c:pt>
              </c:numCache>
            </c:numRef>
          </c:xVal>
          <c:yVal>
            <c:numRef>
              <c:f>'Chart Data'!$F$2:$F$4</c:f>
              <c:numCache>
                <c:formatCode>0.0</c:formatCode>
                <c:ptCount val="3"/>
                <c:pt idx="0">
                  <c:v>5.0999999999999996</c:v>
                </c:pt>
                <c:pt idx="1">
                  <c:v>5.0999999999999996</c:v>
                </c:pt>
                <c:pt idx="2">
                  <c:v>5.0999999999999996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F92-47D7-8935-1A15B8499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.7"/>
          <c:min val="4.8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Vento (m/s)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6.5"/>
          <c:min val="23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Temperatura (°C)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Distância</c:v>
          </c:tx>
          <c:spPr>
            <a:solidFill>
              <a:srgbClr val="83DF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3DFFF"/>
              </a:solidFill>
            </c:spPr>
            <c:extLst>
              <c:ext xmlns:c16="http://schemas.microsoft.com/office/drawing/2014/chart" uri="{C3380CC4-5D6E-409C-BE32-E72D297353CC}">
                <c16:uniqueId val="{00000001-2DA6-412F-BA98-90D59B61F63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DA6-412F-BA98-90D59B61F63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DA6-412F-BA98-90D59B61F631}"/>
              </c:ext>
            </c:extLst>
          </c:dPt>
          <c:dPt>
            <c:idx val="3"/>
            <c:invertIfNegative val="0"/>
            <c:bubble3D val="0"/>
            <c:spPr>
              <a:solidFill>
                <a:srgbClr val="8193AB"/>
              </a:solidFill>
            </c:spPr>
            <c:extLst>
              <c:ext xmlns:c16="http://schemas.microsoft.com/office/drawing/2014/chart" uri="{C3380CC4-5D6E-409C-BE32-E72D297353CC}">
                <c16:uniqueId val="{00000007-2DA6-412F-BA98-90D59B61F631}"/>
              </c:ext>
            </c:extLst>
          </c:dPt>
          <c:dPt>
            <c:idx val="4"/>
            <c:invertIfNegative val="0"/>
            <c:bubble3D val="0"/>
            <c:spPr>
              <a:solidFill>
                <a:srgbClr val="8193AB"/>
              </a:solidFill>
            </c:spPr>
            <c:extLst>
              <c:ext xmlns:c16="http://schemas.microsoft.com/office/drawing/2014/chart" uri="{C3380CC4-5D6E-409C-BE32-E72D297353CC}">
                <c16:uniqueId val="{00000009-2DA6-412F-BA98-90D59B61F6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0</c:formatCode>
                <c:ptCount val="5"/>
                <c:pt idx="0">
                  <c:v>3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0.41231056256199999</c:v>
                </c:pt>
                <c:pt idx="1">
                  <c:v>0.50990195135899996</c:v>
                </c:pt>
                <c:pt idx="2">
                  <c:v>0.72801098892799998</c:v>
                </c:pt>
                <c:pt idx="3">
                  <c:v>1.07703296143</c:v>
                </c:pt>
                <c:pt idx="4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2DA6-412F-BA98-90D59B61F6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ID do candidato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Distância sem padronização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Positiva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-0.89500414553899998</c:v>
                </c:pt>
                <c:pt idx="1">
                  <c:v>-1.0170977485799999</c:v>
                </c:pt>
                <c:pt idx="2">
                  <c:v>-1.1042403839899999</c:v>
                </c:pt>
                <c:pt idx="3">
                  <c:v>-1.0116693622899999</c:v>
                </c:pt>
                <c:pt idx="4">
                  <c:v>-0.92851360286100004</c:v>
                </c:pt>
                <c:pt idx="5">
                  <c:v>-0.93266692083799996</c:v>
                </c:pt>
                <c:pt idx="6">
                  <c:v>-0.96933092777600005</c:v>
                </c:pt>
                <c:pt idx="7">
                  <c:v>-1.0850083208500001</c:v>
                </c:pt>
                <c:pt idx="8">
                  <c:v>-0.97268960208300004</c:v>
                </c:pt>
                <c:pt idx="9">
                  <c:v>-0.62092688194800005</c:v>
                </c:pt>
                <c:pt idx="10">
                  <c:v>-1.03125112674</c:v>
                </c:pt>
                <c:pt idx="11">
                  <c:v>-0.83022691106699997</c:v>
                </c:pt>
                <c:pt idx="12">
                  <c:v>-0.68008398751900001</c:v>
                </c:pt>
                <c:pt idx="13">
                  <c:v>-0.91987018912100005</c:v>
                </c:pt>
                <c:pt idx="14">
                  <c:v>-0.86385625538300004</c:v>
                </c:pt>
                <c:pt idx="15">
                  <c:v>-0.51980192879099996</c:v>
                </c:pt>
                <c:pt idx="16">
                  <c:v>-0.69408582873799995</c:v>
                </c:pt>
                <c:pt idx="17">
                  <c:v>-0.55550743626800003</c:v>
                </c:pt>
                <c:pt idx="18">
                  <c:v>-0.98744581158</c:v>
                </c:pt>
                <c:pt idx="19">
                  <c:v>-0.73662143904800004</c:v>
                </c:pt>
                <c:pt idx="20">
                  <c:v>-0.87507363731999999</c:v>
                </c:pt>
                <c:pt idx="21">
                  <c:v>-0.37845439079400001</c:v>
                </c:pt>
                <c:pt idx="22">
                  <c:v>-0.45889960905299998</c:v>
                </c:pt>
                <c:pt idx="23">
                  <c:v>-0.37356430417199998</c:v>
                </c:pt>
                <c:pt idx="24">
                  <c:v>-0.51418563404200002</c:v>
                </c:pt>
                <c:pt idx="25">
                  <c:v>-0.52595176267400001</c:v>
                </c:pt>
                <c:pt idx="26">
                  <c:v>-0.445470329316</c:v>
                </c:pt>
                <c:pt idx="27">
                  <c:v>-0.308430730491</c:v>
                </c:pt>
                <c:pt idx="28">
                  <c:v>-0.30974303380200002</c:v>
                </c:pt>
                <c:pt idx="29">
                  <c:v>-0.41174662783900001</c:v>
                </c:pt>
                <c:pt idx="30">
                  <c:v>-0.42778102345699998</c:v>
                </c:pt>
                <c:pt idx="31">
                  <c:v>-0.30553231078999998</c:v>
                </c:pt>
                <c:pt idx="32">
                  <c:v>-0.57178960394400002</c:v>
                </c:pt>
                <c:pt idx="33">
                  <c:v>-0.329623592154</c:v>
                </c:pt>
                <c:pt idx="34">
                  <c:v>-0.14497304649600001</c:v>
                </c:pt>
                <c:pt idx="35">
                  <c:v>-0.34118767931900001</c:v>
                </c:pt>
                <c:pt idx="36">
                  <c:v>-0.23916335976700001</c:v>
                </c:pt>
                <c:pt idx="37">
                  <c:v>-0.28899473520199997</c:v>
                </c:pt>
                <c:pt idx="38">
                  <c:v>-0.14439248033499999</c:v>
                </c:pt>
                <c:pt idx="39">
                  <c:v>-0.26966242189200001</c:v>
                </c:pt>
                <c:pt idx="40">
                  <c:v>-0.446798118302</c:v>
                </c:pt>
                <c:pt idx="41">
                  <c:v>-0.32760527105100001</c:v>
                </c:pt>
                <c:pt idx="42">
                  <c:v>-0.19635510685599999</c:v>
                </c:pt>
                <c:pt idx="43">
                  <c:v>-0.26384999091799999</c:v>
                </c:pt>
                <c:pt idx="44">
                  <c:v>-8.4995807924399994E-2</c:v>
                </c:pt>
                <c:pt idx="45">
                  <c:v>-0.20020935901</c:v>
                </c:pt>
                <c:pt idx="46">
                  <c:v>-0.35619509684900003</c:v>
                </c:pt>
                <c:pt idx="47">
                  <c:v>3.5043129670199999E-2</c:v>
                </c:pt>
                <c:pt idx="48">
                  <c:v>4.3982508970999999E-2</c:v>
                </c:pt>
                <c:pt idx="49">
                  <c:v>-0.23318179553900001</c:v>
                </c:pt>
                <c:pt idx="50">
                  <c:v>0.225626786469</c:v>
                </c:pt>
                <c:pt idx="51">
                  <c:v>7.8757772976499997E-4</c:v>
                </c:pt>
                <c:pt idx="52">
                  <c:v>-0.112625922415</c:v>
                </c:pt>
                <c:pt idx="53">
                  <c:v>-1.19338650332E-2</c:v>
                </c:pt>
                <c:pt idx="54">
                  <c:v>0.183817282335</c:v>
                </c:pt>
                <c:pt idx="55">
                  <c:v>-5.0050167351700002E-2</c:v>
                </c:pt>
                <c:pt idx="56">
                  <c:v>0.19271300623099999</c:v>
                </c:pt>
                <c:pt idx="57">
                  <c:v>0.24645586881100001</c:v>
                </c:pt>
                <c:pt idx="58">
                  <c:v>1.6126052167199999E-2</c:v>
                </c:pt>
                <c:pt idx="59">
                  <c:v>0.245898026888</c:v>
                </c:pt>
                <c:pt idx="60">
                  <c:v>0.23457290498899999</c:v>
                </c:pt>
                <c:pt idx="61">
                  <c:v>0.17087625990499999</c:v>
                </c:pt>
                <c:pt idx="62">
                  <c:v>0.23963758340300001</c:v>
                </c:pt>
                <c:pt idx="63">
                  <c:v>0.29903200368299998</c:v>
                </c:pt>
                <c:pt idx="64">
                  <c:v>0.138838228249</c:v>
                </c:pt>
                <c:pt idx="65">
                  <c:v>0.20883040194700001</c:v>
                </c:pt>
                <c:pt idx="66">
                  <c:v>0.640143188202</c:v>
                </c:pt>
                <c:pt idx="67">
                  <c:v>0.19104404945100001</c:v>
                </c:pt>
                <c:pt idx="68">
                  <c:v>0.37195499709000002</c:v>
                </c:pt>
                <c:pt idx="69">
                  <c:v>0.46807824201600001</c:v>
                </c:pt>
                <c:pt idx="70">
                  <c:v>0.46672445814000002</c:v>
                </c:pt>
                <c:pt idx="71">
                  <c:v>0.34820416126199999</c:v>
                </c:pt>
                <c:pt idx="72">
                  <c:v>0.57666862802100005</c:v>
                </c:pt>
                <c:pt idx="73">
                  <c:v>0.46515345564499999</c:v>
                </c:pt>
                <c:pt idx="74">
                  <c:v>0.59566089496200003</c:v>
                </c:pt>
                <c:pt idx="75">
                  <c:v>0.45297051771699998</c:v>
                </c:pt>
                <c:pt idx="76">
                  <c:v>0.50829865323900003</c:v>
                </c:pt>
                <c:pt idx="77">
                  <c:v>0.71090439320200005</c:v>
                </c:pt>
                <c:pt idx="78">
                  <c:v>0.390388657478</c:v>
                </c:pt>
                <c:pt idx="79">
                  <c:v>0.93678474897399999</c:v>
                </c:pt>
                <c:pt idx="80">
                  <c:v>0.55209870522899995</c:v>
                </c:pt>
                <c:pt idx="81">
                  <c:v>0.78250709470599999</c:v>
                </c:pt>
                <c:pt idx="82">
                  <c:v>0.711825561133</c:v>
                </c:pt>
                <c:pt idx="83">
                  <c:v>0.41627747677499999</c:v>
                </c:pt>
                <c:pt idx="84">
                  <c:v>0.62105469221800003</c:v>
                </c:pt>
                <c:pt idx="85">
                  <c:v>0.322932085152</c:v>
                </c:pt>
                <c:pt idx="86">
                  <c:v>0.80140497060799998</c:v>
                </c:pt>
                <c:pt idx="87">
                  <c:v>0.56700019484999997</c:v>
                </c:pt>
                <c:pt idx="88">
                  <c:v>1.05329155592</c:v>
                </c:pt>
                <c:pt idx="89">
                  <c:v>0.82324743903200004</c:v>
                </c:pt>
                <c:pt idx="90">
                  <c:v>0.87731134007300005</c:v>
                </c:pt>
                <c:pt idx="91">
                  <c:v>0.60198676857400002</c:v>
                </c:pt>
                <c:pt idx="92">
                  <c:v>0.82641383926400003</c:v>
                </c:pt>
                <c:pt idx="93">
                  <c:v>0.97799817438799996</c:v>
                </c:pt>
                <c:pt idx="94">
                  <c:v>1.01829811689</c:v>
                </c:pt>
                <c:pt idx="95">
                  <c:v>0.65867896914500002</c:v>
                </c:pt>
                <c:pt idx="96">
                  <c:v>1.03396895821</c:v>
                </c:pt>
                <c:pt idx="97">
                  <c:v>0.94203198711000002</c:v>
                </c:pt>
                <c:pt idx="98">
                  <c:v>1.2017781354599999</c:v>
                </c:pt>
                <c:pt idx="99">
                  <c:v>1.0585451430999999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DF-4919-9ABC-AEE8ED9E5A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Negativa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0.99763612043899996</c:v>
                </c:pt>
                <c:pt idx="1">
                  <c:v>1.0835115479999999</c:v>
                </c:pt>
                <c:pt idx="2">
                  <c:v>0.77783917157100002</c:v>
                </c:pt>
                <c:pt idx="3">
                  <c:v>0.58559865102599995</c:v>
                </c:pt>
                <c:pt idx="4">
                  <c:v>0.99179070257900004</c:v>
                </c:pt>
                <c:pt idx="5">
                  <c:v>0.65458993294800005</c:v>
                </c:pt>
                <c:pt idx="6">
                  <c:v>0.761495210847</c:v>
                </c:pt>
                <c:pt idx="7">
                  <c:v>0.982640741667</c:v>
                </c:pt>
                <c:pt idx="8">
                  <c:v>0.90024257618000003</c:v>
                </c:pt>
                <c:pt idx="9">
                  <c:v>0.79793105702900002</c:v>
                </c:pt>
                <c:pt idx="10">
                  <c:v>0.63505260659700002</c:v>
                </c:pt>
                <c:pt idx="11">
                  <c:v>1.0500346498699999</c:v>
                </c:pt>
                <c:pt idx="12">
                  <c:v>0.62030900917700005</c:v>
                </c:pt>
                <c:pt idx="13">
                  <c:v>0.70549455293600005</c:v>
                </c:pt>
                <c:pt idx="14">
                  <c:v>0.79932539465700003</c:v>
                </c:pt>
                <c:pt idx="15">
                  <c:v>0.70337747771199999</c:v>
                </c:pt>
                <c:pt idx="16">
                  <c:v>0.45596267702600002</c:v>
                </c:pt>
                <c:pt idx="17">
                  <c:v>0.75410195012000003</c:v>
                </c:pt>
                <c:pt idx="18">
                  <c:v>0.68453323333899996</c:v>
                </c:pt>
                <c:pt idx="19">
                  <c:v>0.48720134656699998</c:v>
                </c:pt>
                <c:pt idx="20">
                  <c:v>0.54923044108700003</c:v>
                </c:pt>
                <c:pt idx="21">
                  <c:v>0.67953176369299995</c:v>
                </c:pt>
                <c:pt idx="22">
                  <c:v>0.54441971197600003</c:v>
                </c:pt>
                <c:pt idx="23">
                  <c:v>0.21275277629200001</c:v>
                </c:pt>
                <c:pt idx="24">
                  <c:v>0.492561138467</c:v>
                </c:pt>
                <c:pt idx="25">
                  <c:v>0.95648413866699999</c:v>
                </c:pt>
                <c:pt idx="26">
                  <c:v>0.71124799051099996</c:v>
                </c:pt>
                <c:pt idx="27">
                  <c:v>0.385549043787</c:v>
                </c:pt>
                <c:pt idx="28">
                  <c:v>0.26285658292500003</c:v>
                </c:pt>
                <c:pt idx="29">
                  <c:v>0.488742908807</c:v>
                </c:pt>
                <c:pt idx="30">
                  <c:v>0.50576889035899997</c:v>
                </c:pt>
                <c:pt idx="31">
                  <c:v>0.279523043596</c:v>
                </c:pt>
                <c:pt idx="32">
                  <c:v>0.49359959963599997</c:v>
                </c:pt>
                <c:pt idx="33">
                  <c:v>0.27694530526799999</c:v>
                </c:pt>
                <c:pt idx="34">
                  <c:v>0.36394289348499997</c:v>
                </c:pt>
                <c:pt idx="35">
                  <c:v>0.51150393529299998</c:v>
                </c:pt>
                <c:pt idx="36">
                  <c:v>0.40239897716599998</c:v>
                </c:pt>
                <c:pt idx="37">
                  <c:v>0.15493966434699999</c:v>
                </c:pt>
                <c:pt idx="38">
                  <c:v>0.315509180615</c:v>
                </c:pt>
                <c:pt idx="39">
                  <c:v>0.28695860416399999</c:v>
                </c:pt>
                <c:pt idx="40">
                  <c:v>9.0005676953999997E-2</c:v>
                </c:pt>
                <c:pt idx="41">
                  <c:v>0.23778302478800001</c:v>
                </c:pt>
                <c:pt idx="42">
                  <c:v>-4.4522148839999998E-2</c:v>
                </c:pt>
                <c:pt idx="43">
                  <c:v>0.17566412612099999</c:v>
                </c:pt>
                <c:pt idx="44">
                  <c:v>0.24473692608100001</c:v>
                </c:pt>
                <c:pt idx="45">
                  <c:v>0.136162331074</c:v>
                </c:pt>
                <c:pt idx="46">
                  <c:v>-8.0623326595300002E-3</c:v>
                </c:pt>
                <c:pt idx="47">
                  <c:v>-4.5097639138400002E-2</c:v>
                </c:pt>
                <c:pt idx="48">
                  <c:v>-9.7773443581699995E-2</c:v>
                </c:pt>
                <c:pt idx="49">
                  <c:v>2.8370513747799999E-2</c:v>
                </c:pt>
                <c:pt idx="50">
                  <c:v>5.0319789718800002E-2</c:v>
                </c:pt>
                <c:pt idx="51">
                  <c:v>-7.9571057101699996E-2</c:v>
                </c:pt>
                <c:pt idx="52">
                  <c:v>-0.249158049903</c:v>
                </c:pt>
                <c:pt idx="53">
                  <c:v>-3.16366443209E-2</c:v>
                </c:pt>
                <c:pt idx="54">
                  <c:v>-8.5282031183399998E-2</c:v>
                </c:pt>
                <c:pt idx="55">
                  <c:v>-0.28350317906200001</c:v>
                </c:pt>
                <c:pt idx="56">
                  <c:v>-0.406502484449</c:v>
                </c:pt>
                <c:pt idx="57">
                  <c:v>-0.22086831791100001</c:v>
                </c:pt>
                <c:pt idx="58">
                  <c:v>3.10335871422E-2</c:v>
                </c:pt>
                <c:pt idx="59">
                  <c:v>-0.43220564208000001</c:v>
                </c:pt>
                <c:pt idx="60">
                  <c:v>-0.25487299301100003</c:v>
                </c:pt>
                <c:pt idx="61">
                  <c:v>-0.31339465450699999</c:v>
                </c:pt>
                <c:pt idx="62">
                  <c:v>-0.268951967899</c:v>
                </c:pt>
                <c:pt idx="63">
                  <c:v>-0.35698916456800001</c:v>
                </c:pt>
                <c:pt idx="64">
                  <c:v>-0.41115350254499999</c:v>
                </c:pt>
                <c:pt idx="65">
                  <c:v>-0.48638456733199997</c:v>
                </c:pt>
                <c:pt idx="66">
                  <c:v>-9.2636716749200002E-2</c:v>
                </c:pt>
                <c:pt idx="67">
                  <c:v>-0.12528380897300001</c:v>
                </c:pt>
                <c:pt idx="68">
                  <c:v>-4.6505078091300001E-2</c:v>
                </c:pt>
                <c:pt idx="69">
                  <c:v>-0.49521802768099998</c:v>
                </c:pt>
                <c:pt idx="70">
                  <c:v>-0.65576327385900002</c:v>
                </c:pt>
                <c:pt idx="71">
                  <c:v>-0.43813889318100002</c:v>
                </c:pt>
                <c:pt idx="72">
                  <c:v>-0.15733691781600001</c:v>
                </c:pt>
                <c:pt idx="73">
                  <c:v>-0.44569012117399998</c:v>
                </c:pt>
                <c:pt idx="74">
                  <c:v>-0.37101827233399998</c:v>
                </c:pt>
                <c:pt idx="75">
                  <c:v>-0.452901379617</c:v>
                </c:pt>
                <c:pt idx="76">
                  <c:v>-0.604892442227</c:v>
                </c:pt>
                <c:pt idx="77">
                  <c:v>-0.43154656933699997</c:v>
                </c:pt>
                <c:pt idx="78">
                  <c:v>-0.54174328413299999</c:v>
                </c:pt>
                <c:pt idx="79">
                  <c:v>-0.75954806292099997</c:v>
                </c:pt>
                <c:pt idx="80">
                  <c:v>-0.49157849063300002</c:v>
                </c:pt>
                <c:pt idx="81">
                  <c:v>-0.80552006022800005</c:v>
                </c:pt>
                <c:pt idx="82">
                  <c:v>-0.71433793111300004</c:v>
                </c:pt>
                <c:pt idx="83">
                  <c:v>-0.48802121589899999</c:v>
                </c:pt>
                <c:pt idx="84">
                  <c:v>-0.67022755245300003</c:v>
                </c:pt>
                <c:pt idx="85">
                  <c:v>-0.82698654915199998</c:v>
                </c:pt>
                <c:pt idx="86">
                  <c:v>-0.73129511404299996</c:v>
                </c:pt>
                <c:pt idx="87">
                  <c:v>-0.604564246433</c:v>
                </c:pt>
                <c:pt idx="88">
                  <c:v>-0.983945477347</c:v>
                </c:pt>
                <c:pt idx="89">
                  <c:v>-0.685214574109</c:v>
                </c:pt>
                <c:pt idx="90">
                  <c:v>-0.79226308089899999</c:v>
                </c:pt>
                <c:pt idx="91">
                  <c:v>-0.62388326493599999</c:v>
                </c:pt>
                <c:pt idx="92">
                  <c:v>-0.84901741908700001</c:v>
                </c:pt>
                <c:pt idx="93">
                  <c:v>-1.05646859613</c:v>
                </c:pt>
                <c:pt idx="94">
                  <c:v>-0.83418367471199995</c:v>
                </c:pt>
                <c:pt idx="95">
                  <c:v>-0.69046451189000002</c:v>
                </c:pt>
                <c:pt idx="96">
                  <c:v>-0.86235053656299998</c:v>
                </c:pt>
                <c:pt idx="97">
                  <c:v>-0.94021183799300001</c:v>
                </c:pt>
                <c:pt idx="98">
                  <c:v>-0.73631702399200005</c:v>
                </c:pt>
                <c:pt idx="99">
                  <c:v>-1.03669655451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77F-4874-ABCB-806648447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Não linear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0.97613865418000001</c:v>
                </c:pt>
                <c:pt idx="1">
                  <c:v>0.98880059977500001</c:v>
                </c:pt>
                <c:pt idx="2">
                  <c:v>0.89489024456499999</c:v>
                </c:pt>
                <c:pt idx="3">
                  <c:v>0.91957364209600001</c:v>
                </c:pt>
                <c:pt idx="4">
                  <c:v>0.84279182457500001</c:v>
                </c:pt>
                <c:pt idx="5">
                  <c:v>0.76664195819699998</c:v>
                </c:pt>
                <c:pt idx="6">
                  <c:v>0.74345200347100004</c:v>
                </c:pt>
                <c:pt idx="7">
                  <c:v>0.78563850557000003</c:v>
                </c:pt>
                <c:pt idx="8">
                  <c:v>0.658193166798</c:v>
                </c:pt>
                <c:pt idx="9">
                  <c:v>0.68592693270299998</c:v>
                </c:pt>
                <c:pt idx="10">
                  <c:v>0.60705502414000001</c:v>
                </c:pt>
                <c:pt idx="11">
                  <c:v>0.66542446820199996</c:v>
                </c:pt>
                <c:pt idx="12">
                  <c:v>0.59089232694299998</c:v>
                </c:pt>
                <c:pt idx="13">
                  <c:v>0.59618105647200004</c:v>
                </c:pt>
                <c:pt idx="14">
                  <c:v>0.516533345955</c:v>
                </c:pt>
                <c:pt idx="15">
                  <c:v>0.44649567366999998</c:v>
                </c:pt>
                <c:pt idx="16">
                  <c:v>0.561435574055</c:v>
                </c:pt>
                <c:pt idx="17">
                  <c:v>0.31318223354699998</c:v>
                </c:pt>
                <c:pt idx="18">
                  <c:v>0.32806967571899998</c:v>
                </c:pt>
                <c:pt idx="19">
                  <c:v>0.37215602092599998</c:v>
                </c:pt>
                <c:pt idx="20">
                  <c:v>0.271369277242</c:v>
                </c:pt>
                <c:pt idx="21">
                  <c:v>0.33811116190500001</c:v>
                </c:pt>
                <c:pt idx="22">
                  <c:v>0.37300235067499998</c:v>
                </c:pt>
                <c:pt idx="23">
                  <c:v>0.27166848873400001</c:v>
                </c:pt>
                <c:pt idx="24">
                  <c:v>0.32911112437000001</c:v>
                </c:pt>
                <c:pt idx="25">
                  <c:v>0.310264977266</c:v>
                </c:pt>
                <c:pt idx="26">
                  <c:v>0.22608262403400001</c:v>
                </c:pt>
                <c:pt idx="27">
                  <c:v>0.19409110614799999</c:v>
                </c:pt>
                <c:pt idx="28">
                  <c:v>0.22212710644700001</c:v>
                </c:pt>
                <c:pt idx="29">
                  <c:v>4.4217831694699998E-2</c:v>
                </c:pt>
                <c:pt idx="30">
                  <c:v>0.162351003715</c:v>
                </c:pt>
                <c:pt idx="31">
                  <c:v>0.141362028148</c:v>
                </c:pt>
                <c:pt idx="32">
                  <c:v>0.10991845065600001</c:v>
                </c:pt>
                <c:pt idx="33">
                  <c:v>7.9349635051399997E-2</c:v>
                </c:pt>
                <c:pt idx="34">
                  <c:v>6.1151814458399997E-2</c:v>
                </c:pt>
                <c:pt idx="35">
                  <c:v>7.6690603165099999E-2</c:v>
                </c:pt>
                <c:pt idx="36">
                  <c:v>-6.2390513698799997E-3</c:v>
                </c:pt>
                <c:pt idx="37">
                  <c:v>9.1834492160500006E-2</c:v>
                </c:pt>
                <c:pt idx="38">
                  <c:v>5.3430189332700002E-2</c:v>
                </c:pt>
                <c:pt idx="39">
                  <c:v>2.8180882376099999E-2</c:v>
                </c:pt>
                <c:pt idx="40">
                  <c:v>0.11333101528599999</c:v>
                </c:pt>
                <c:pt idx="41">
                  <c:v>8.6323988269599999E-2</c:v>
                </c:pt>
                <c:pt idx="42">
                  <c:v>-8.3086406882799998E-3</c:v>
                </c:pt>
                <c:pt idx="43">
                  <c:v>4.0152144703700002E-2</c:v>
                </c:pt>
                <c:pt idx="44">
                  <c:v>-6.6793089831899993E-2</c:v>
                </c:pt>
                <c:pt idx="45">
                  <c:v>3.1449066575400003E-2</c:v>
                </c:pt>
                <c:pt idx="46">
                  <c:v>2.5894625542200001E-2</c:v>
                </c:pt>
                <c:pt idx="47">
                  <c:v>-4.0699914546399998E-2</c:v>
                </c:pt>
                <c:pt idx="48">
                  <c:v>-5.6120210480200002E-2</c:v>
                </c:pt>
                <c:pt idx="49">
                  <c:v>-9.3921352134700001E-2</c:v>
                </c:pt>
                <c:pt idx="50">
                  <c:v>-2.34534788216E-2</c:v>
                </c:pt>
                <c:pt idx="51">
                  <c:v>-5.3642932116599998E-2</c:v>
                </c:pt>
                <c:pt idx="52">
                  <c:v>-7.8619126403900001E-3</c:v>
                </c:pt>
                <c:pt idx="53">
                  <c:v>3.3873587782000003E-2</c:v>
                </c:pt>
                <c:pt idx="54">
                  <c:v>7.1574037367999999E-2</c:v>
                </c:pt>
                <c:pt idx="55">
                  <c:v>4.7901471193400004E-3</c:v>
                </c:pt>
                <c:pt idx="56">
                  <c:v>-1.4140862098099999E-2</c:v>
                </c:pt>
                <c:pt idx="57">
                  <c:v>-4.1440504590800004E-3</c:v>
                </c:pt>
                <c:pt idx="58">
                  <c:v>3.0415652989600001E-2</c:v>
                </c:pt>
                <c:pt idx="59">
                  <c:v>5.42933841567E-2</c:v>
                </c:pt>
                <c:pt idx="60">
                  <c:v>4.4242528662999998E-2</c:v>
                </c:pt>
                <c:pt idx="61">
                  <c:v>3.4125467523600003E-2</c:v>
                </c:pt>
                <c:pt idx="62">
                  <c:v>9.5911579578199999E-2</c:v>
                </c:pt>
                <c:pt idx="63">
                  <c:v>-2.3780995948899999E-2</c:v>
                </c:pt>
                <c:pt idx="64">
                  <c:v>-1.9448978274600001E-2</c:v>
                </c:pt>
                <c:pt idx="65">
                  <c:v>0.111232315215</c:v>
                </c:pt>
                <c:pt idx="66">
                  <c:v>0.189032439049</c:v>
                </c:pt>
                <c:pt idx="67">
                  <c:v>6.9736901940100002E-2</c:v>
                </c:pt>
                <c:pt idx="68">
                  <c:v>0.117801592126</c:v>
                </c:pt>
                <c:pt idx="69">
                  <c:v>7.6152486136300004E-2</c:v>
                </c:pt>
                <c:pt idx="70">
                  <c:v>0.21947811581400001</c:v>
                </c:pt>
                <c:pt idx="71">
                  <c:v>0.14024210532299999</c:v>
                </c:pt>
                <c:pt idx="72">
                  <c:v>0.23561700603300001</c:v>
                </c:pt>
                <c:pt idx="73">
                  <c:v>0.191415853868</c:v>
                </c:pt>
                <c:pt idx="74">
                  <c:v>0.25483844549399998</c:v>
                </c:pt>
                <c:pt idx="75">
                  <c:v>0.32599124123899997</c:v>
                </c:pt>
                <c:pt idx="76">
                  <c:v>0.25286795951800001</c:v>
                </c:pt>
                <c:pt idx="77">
                  <c:v>0.29032160520900002</c:v>
                </c:pt>
                <c:pt idx="78">
                  <c:v>0.26655014105300001</c:v>
                </c:pt>
                <c:pt idx="79">
                  <c:v>0.30652802373799998</c:v>
                </c:pt>
                <c:pt idx="80">
                  <c:v>0.36266079707600002</c:v>
                </c:pt>
                <c:pt idx="81">
                  <c:v>0.43325872932100001</c:v>
                </c:pt>
                <c:pt idx="82">
                  <c:v>0.39958618668700002</c:v>
                </c:pt>
                <c:pt idx="83">
                  <c:v>0.55519551598299999</c:v>
                </c:pt>
                <c:pt idx="84">
                  <c:v>0.425341906449</c:v>
                </c:pt>
                <c:pt idx="85">
                  <c:v>0.50405350569600005</c:v>
                </c:pt>
                <c:pt idx="86">
                  <c:v>0.56420309921599998</c:v>
                </c:pt>
                <c:pt idx="87">
                  <c:v>0.57333283870499996</c:v>
                </c:pt>
                <c:pt idx="88">
                  <c:v>0.55441318122799998</c:v>
                </c:pt>
                <c:pt idx="89">
                  <c:v>0.62866652194700001</c:v>
                </c:pt>
                <c:pt idx="90">
                  <c:v>0.72421119213499996</c:v>
                </c:pt>
                <c:pt idx="91">
                  <c:v>0.65165700459599996</c:v>
                </c:pt>
                <c:pt idx="92">
                  <c:v>0.74316306598600002</c:v>
                </c:pt>
                <c:pt idx="93">
                  <c:v>0.70563013461599999</c:v>
                </c:pt>
                <c:pt idx="94">
                  <c:v>0.86739597184700001</c:v>
                </c:pt>
                <c:pt idx="95">
                  <c:v>0.76454636009400001</c:v>
                </c:pt>
                <c:pt idx="96">
                  <c:v>0.84547019534500001</c:v>
                </c:pt>
                <c:pt idx="97">
                  <c:v>0.90892848198599996</c:v>
                </c:pt>
                <c:pt idx="98">
                  <c:v>0.98363475006900003</c:v>
                </c:pt>
                <c:pt idx="99">
                  <c:v>0.89702795455399997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A1-4D27-8D60-32098251A1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-0.2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Entropia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8.0793135895899995E-2</c:v>
                </c:pt>
                <c:pt idx="2">
                  <c:v>0.141440542542</c:v>
                </c:pt>
                <c:pt idx="3">
                  <c:v>0.194391857832</c:v>
                </c:pt>
                <c:pt idx="4">
                  <c:v>0.24229218908200001</c:v>
                </c:pt>
                <c:pt idx="5">
                  <c:v>0.28639695711599999</c:v>
                </c:pt>
                <c:pt idx="6">
                  <c:v>0.32744491915399998</c:v>
                </c:pt>
                <c:pt idx="7">
                  <c:v>0.36592365090000001</c:v>
                </c:pt>
                <c:pt idx="8">
                  <c:v>0.40217919020199999</c:v>
                </c:pt>
                <c:pt idx="9">
                  <c:v>0.43646981706400001</c:v>
                </c:pt>
                <c:pt idx="10">
                  <c:v>0.468995593589</c:v>
                </c:pt>
                <c:pt idx="11">
                  <c:v>0.49991595816500001</c:v>
                </c:pt>
                <c:pt idx="12">
                  <c:v>0.52936086528699999</c:v>
                </c:pt>
                <c:pt idx="13">
                  <c:v>0.55743818502800002</c:v>
                </c:pt>
                <c:pt idx="14">
                  <c:v>0.58423881164299996</c:v>
                </c:pt>
                <c:pt idx="15">
                  <c:v>0.60984030471600004</c:v>
                </c:pt>
                <c:pt idx="16">
                  <c:v>0.63430955464100003</c:v>
                </c:pt>
                <c:pt idx="17">
                  <c:v>0.65770477874400002</c:v>
                </c:pt>
                <c:pt idx="18">
                  <c:v>0.68007704572799998</c:v>
                </c:pt>
                <c:pt idx="19">
                  <c:v>0.70147145988399995</c:v>
                </c:pt>
                <c:pt idx="20">
                  <c:v>0.72192809488700005</c:v>
                </c:pt>
                <c:pt idx="21">
                  <c:v>0.741482739931</c:v>
                </c:pt>
                <c:pt idx="22">
                  <c:v>0.76016750296199997</c:v>
                </c:pt>
                <c:pt idx="23">
                  <c:v>0.77801130354699999</c:v>
                </c:pt>
                <c:pt idx="24">
                  <c:v>0.79504027938499999</c:v>
                </c:pt>
                <c:pt idx="25">
                  <c:v>0.81127812445900005</c:v>
                </c:pt>
                <c:pt idx="26">
                  <c:v>0.82674637249299998</c:v>
                </c:pt>
                <c:pt idx="27">
                  <c:v>0.84146463620800005</c:v>
                </c:pt>
                <c:pt idx="28">
                  <c:v>0.85545081056000005</c:v>
                </c:pt>
                <c:pt idx="29">
                  <c:v>0.86872124633900005</c:v>
                </c:pt>
                <c:pt idx="30">
                  <c:v>0.88129089923100001</c:v>
                </c:pt>
                <c:pt idx="31">
                  <c:v>0.893173458378</c:v>
                </c:pt>
                <c:pt idx="32">
                  <c:v>0.90438145772400003</c:v>
                </c:pt>
                <c:pt idx="33">
                  <c:v>0.91492637278</c:v>
                </c:pt>
                <c:pt idx="34">
                  <c:v>0.92481870497300001</c:v>
                </c:pt>
                <c:pt idx="35">
                  <c:v>0.93406805537500004</c:v>
                </c:pt>
                <c:pt idx="36">
                  <c:v>0.94268318925500005</c:v>
                </c:pt>
                <c:pt idx="37">
                  <c:v>0.95067209268700004</c:v>
                </c:pt>
                <c:pt idx="38">
                  <c:v>0.95804202222599999</c:v>
                </c:pt>
                <c:pt idx="39">
                  <c:v>0.96479954850500005</c:v>
                </c:pt>
                <c:pt idx="40">
                  <c:v>0.97095059445499998</c:v>
                </c:pt>
                <c:pt idx="41">
                  <c:v>0.97650046875800001</c:v>
                </c:pt>
                <c:pt idx="42">
                  <c:v>0.98145389503400005</c:v>
                </c:pt>
                <c:pt idx="43">
                  <c:v>0.98581503717899999</c:v>
                </c:pt>
                <c:pt idx="44">
                  <c:v>0.989587521222</c:v>
                </c:pt>
                <c:pt idx="45">
                  <c:v>0.99277445398800002</c:v>
                </c:pt>
                <c:pt idx="46">
                  <c:v>0.99537843881999999</c:v>
                </c:pt>
                <c:pt idx="47">
                  <c:v>0.99740158856799999</c:v>
                </c:pt>
                <c:pt idx="48">
                  <c:v>0.99884553599500003</c:v>
                </c:pt>
                <c:pt idx="49">
                  <c:v>0.99971144175299997</c:v>
                </c:pt>
                <c:pt idx="50">
                  <c:v>1</c:v>
                </c:pt>
                <c:pt idx="51">
                  <c:v>0.99971144175299997</c:v>
                </c:pt>
                <c:pt idx="52">
                  <c:v>0.99884553599500003</c:v>
                </c:pt>
                <c:pt idx="53">
                  <c:v>0.99740158856799999</c:v>
                </c:pt>
                <c:pt idx="54">
                  <c:v>0.99537843881999999</c:v>
                </c:pt>
                <c:pt idx="55">
                  <c:v>0.99277445398800002</c:v>
                </c:pt>
                <c:pt idx="56">
                  <c:v>0.989587521222</c:v>
                </c:pt>
                <c:pt idx="57">
                  <c:v>0.98581503717899999</c:v>
                </c:pt>
                <c:pt idx="58">
                  <c:v>0.98145389503400005</c:v>
                </c:pt>
                <c:pt idx="59">
                  <c:v>0.97650046875800001</c:v>
                </c:pt>
                <c:pt idx="60">
                  <c:v>0.97095059445499998</c:v>
                </c:pt>
                <c:pt idx="61">
                  <c:v>0.96479954850500005</c:v>
                </c:pt>
                <c:pt idx="62">
                  <c:v>0.95804202222599999</c:v>
                </c:pt>
                <c:pt idx="63">
                  <c:v>0.95067209268700004</c:v>
                </c:pt>
                <c:pt idx="64">
                  <c:v>0.94268318925500005</c:v>
                </c:pt>
                <c:pt idx="65">
                  <c:v>0.93406805537500004</c:v>
                </c:pt>
                <c:pt idx="66">
                  <c:v>0.92481870497300001</c:v>
                </c:pt>
                <c:pt idx="67">
                  <c:v>0.91492637278</c:v>
                </c:pt>
                <c:pt idx="68">
                  <c:v>0.90438145772400003</c:v>
                </c:pt>
                <c:pt idx="69">
                  <c:v>0.893173458378</c:v>
                </c:pt>
                <c:pt idx="70">
                  <c:v>0.88129089923100001</c:v>
                </c:pt>
                <c:pt idx="71">
                  <c:v>0.86872124633900005</c:v>
                </c:pt>
                <c:pt idx="72">
                  <c:v>0.85545081056000005</c:v>
                </c:pt>
                <c:pt idx="73">
                  <c:v>0.84146463620800005</c:v>
                </c:pt>
                <c:pt idx="74">
                  <c:v>0.82674637249299998</c:v>
                </c:pt>
                <c:pt idx="75">
                  <c:v>0.81127812445900005</c:v>
                </c:pt>
                <c:pt idx="76">
                  <c:v>0.79504027938499999</c:v>
                </c:pt>
                <c:pt idx="77">
                  <c:v>0.77801130354699999</c:v>
                </c:pt>
                <c:pt idx="78">
                  <c:v>0.76016750296199997</c:v>
                </c:pt>
                <c:pt idx="79">
                  <c:v>0.741482739931</c:v>
                </c:pt>
                <c:pt idx="80">
                  <c:v>0.72192809488700005</c:v>
                </c:pt>
                <c:pt idx="81">
                  <c:v>0.70147145988399995</c:v>
                </c:pt>
                <c:pt idx="82">
                  <c:v>0.68007704572799998</c:v>
                </c:pt>
                <c:pt idx="83">
                  <c:v>0.65770477874400002</c:v>
                </c:pt>
                <c:pt idx="84">
                  <c:v>0.63430955464100003</c:v>
                </c:pt>
                <c:pt idx="85">
                  <c:v>0.60984030471600004</c:v>
                </c:pt>
                <c:pt idx="86">
                  <c:v>0.58423881164299996</c:v>
                </c:pt>
                <c:pt idx="87">
                  <c:v>0.55743818502800002</c:v>
                </c:pt>
                <c:pt idx="88">
                  <c:v>0.52936086528699999</c:v>
                </c:pt>
                <c:pt idx="89">
                  <c:v>0.49991595816500001</c:v>
                </c:pt>
                <c:pt idx="90">
                  <c:v>0.468995593589</c:v>
                </c:pt>
                <c:pt idx="91">
                  <c:v>0.43646981706400001</c:v>
                </c:pt>
                <c:pt idx="92">
                  <c:v>0.40217919020199999</c:v>
                </c:pt>
                <c:pt idx="93">
                  <c:v>0.36592365090000001</c:v>
                </c:pt>
                <c:pt idx="94">
                  <c:v>0.32744491915399998</c:v>
                </c:pt>
                <c:pt idx="95">
                  <c:v>0.28639695711599999</c:v>
                </c:pt>
                <c:pt idx="96">
                  <c:v>0.24229218908200001</c:v>
                </c:pt>
                <c:pt idx="97">
                  <c:v>0.194391857832</c:v>
                </c:pt>
                <c:pt idx="98">
                  <c:v>0.141440542542</c:v>
                </c:pt>
                <c:pt idx="99">
                  <c:v>8.0793135895899995E-2</c:v>
                </c:pt>
                <c:pt idx="1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BB-4DE0-BF22-EE41C4A4981F}"/>
            </c:ext>
          </c:extLst>
        </c:ser>
        <c:ser>
          <c:idx val="1"/>
          <c:order val="1"/>
          <c:tx>
            <c:v>Máximo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FFAD62"/>
              </a:solidFill>
              <a:ln w="0">
                <a:noFill/>
              </a:ln>
            </c:spPr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  <c:pt idx="61">
                  <c:v>0.5</c:v>
                </c:pt>
                <c:pt idx="62">
                  <c:v>0.5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0.5</c:v>
                </c:pt>
                <c:pt idx="75">
                  <c:v>0.5</c:v>
                </c:pt>
                <c:pt idx="76">
                  <c:v>0.5</c:v>
                </c:pt>
                <c:pt idx="77">
                  <c:v>0.5</c:v>
                </c:pt>
                <c:pt idx="78">
                  <c:v>0.5</c:v>
                </c:pt>
                <c:pt idx="79">
                  <c:v>0.5</c:v>
                </c:pt>
                <c:pt idx="80">
                  <c:v>0.5</c:v>
                </c:pt>
                <c:pt idx="81">
                  <c:v>0.5</c:v>
                </c:pt>
                <c:pt idx="82">
                  <c:v>0.5</c:v>
                </c:pt>
                <c:pt idx="83">
                  <c:v>0.5</c:v>
                </c:pt>
                <c:pt idx="84">
                  <c:v>0.5</c:v>
                </c:pt>
                <c:pt idx="85">
                  <c:v>0.5</c:v>
                </c:pt>
                <c:pt idx="86">
                  <c:v>0.5</c:v>
                </c:pt>
                <c:pt idx="87">
                  <c:v>0.5</c:v>
                </c:pt>
                <c:pt idx="88">
                  <c:v>0.5</c:v>
                </c:pt>
                <c:pt idx="89">
                  <c:v>0.5</c:v>
                </c:pt>
                <c:pt idx="90">
                  <c:v>0.5</c:v>
                </c:pt>
                <c:pt idx="91">
                  <c:v>0.5</c:v>
                </c:pt>
                <c:pt idx="92">
                  <c:v>0.5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0.5</c:v>
                </c:pt>
                <c:pt idx="98">
                  <c:v>0.5</c:v>
                </c:pt>
                <c:pt idx="99">
                  <c:v>0.5</c:v>
                </c:pt>
                <c:pt idx="100">
                  <c:v>0.5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BB-4DE0-BF22-EE41C4A498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H(Y), em bits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p(Y = alta)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Linear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-0.89500414553899998</c:v>
                </c:pt>
                <c:pt idx="1">
                  <c:v>-1.0170977485799999</c:v>
                </c:pt>
                <c:pt idx="2">
                  <c:v>-1.1042403839899999</c:v>
                </c:pt>
                <c:pt idx="3">
                  <c:v>-1.0116693622899999</c:v>
                </c:pt>
                <c:pt idx="4">
                  <c:v>-0.92851360286100004</c:v>
                </c:pt>
                <c:pt idx="5">
                  <c:v>-0.93266692083799996</c:v>
                </c:pt>
                <c:pt idx="6">
                  <c:v>-0.96933092777600005</c:v>
                </c:pt>
                <c:pt idx="7">
                  <c:v>-1.0850083208500001</c:v>
                </c:pt>
                <c:pt idx="8">
                  <c:v>-0.97268960208300004</c:v>
                </c:pt>
                <c:pt idx="9">
                  <c:v>-0.62092688194800005</c:v>
                </c:pt>
                <c:pt idx="10">
                  <c:v>-1.03125112674</c:v>
                </c:pt>
                <c:pt idx="11">
                  <c:v>-0.83022691106699997</c:v>
                </c:pt>
                <c:pt idx="12">
                  <c:v>-0.68008398751900001</c:v>
                </c:pt>
                <c:pt idx="13">
                  <c:v>-0.91987018912100005</c:v>
                </c:pt>
                <c:pt idx="14">
                  <c:v>-0.86385625538300004</c:v>
                </c:pt>
                <c:pt idx="15">
                  <c:v>-0.51980192879099996</c:v>
                </c:pt>
                <c:pt idx="16">
                  <c:v>-0.69408582873799995</c:v>
                </c:pt>
                <c:pt idx="17">
                  <c:v>-0.55550743626800003</c:v>
                </c:pt>
                <c:pt idx="18">
                  <c:v>-0.98744581158</c:v>
                </c:pt>
                <c:pt idx="19">
                  <c:v>-0.73662143904800004</c:v>
                </c:pt>
                <c:pt idx="20">
                  <c:v>-0.87507363731999999</c:v>
                </c:pt>
                <c:pt idx="21">
                  <c:v>-0.37845439079400001</c:v>
                </c:pt>
                <c:pt idx="22">
                  <c:v>-0.45889960905299998</c:v>
                </c:pt>
                <c:pt idx="23">
                  <c:v>-0.37356430417199998</c:v>
                </c:pt>
                <c:pt idx="24">
                  <c:v>-0.51418563404200002</c:v>
                </c:pt>
                <c:pt idx="25">
                  <c:v>-0.52595176267400001</c:v>
                </c:pt>
                <c:pt idx="26">
                  <c:v>-0.445470329316</c:v>
                </c:pt>
                <c:pt idx="27">
                  <c:v>-0.308430730491</c:v>
                </c:pt>
                <c:pt idx="28">
                  <c:v>-0.30974303380200002</c:v>
                </c:pt>
                <c:pt idx="29">
                  <c:v>-0.41174662783900001</c:v>
                </c:pt>
                <c:pt idx="30">
                  <c:v>-0.42778102345699998</c:v>
                </c:pt>
                <c:pt idx="31">
                  <c:v>-0.30553231078999998</c:v>
                </c:pt>
                <c:pt idx="32">
                  <c:v>-0.57178960394400002</c:v>
                </c:pt>
                <c:pt idx="33">
                  <c:v>-0.329623592154</c:v>
                </c:pt>
                <c:pt idx="34">
                  <c:v>-0.14497304649600001</c:v>
                </c:pt>
                <c:pt idx="35">
                  <c:v>-0.34118767931900001</c:v>
                </c:pt>
                <c:pt idx="36">
                  <c:v>-0.23916335976700001</c:v>
                </c:pt>
                <c:pt idx="37">
                  <c:v>-0.28899473520199997</c:v>
                </c:pt>
                <c:pt idx="38">
                  <c:v>-0.14439248033499999</c:v>
                </c:pt>
                <c:pt idx="39">
                  <c:v>-0.26966242189200001</c:v>
                </c:pt>
                <c:pt idx="40">
                  <c:v>-0.446798118302</c:v>
                </c:pt>
                <c:pt idx="41">
                  <c:v>-0.32760527105100001</c:v>
                </c:pt>
                <c:pt idx="42">
                  <c:v>-0.19635510685599999</c:v>
                </c:pt>
                <c:pt idx="43">
                  <c:v>-0.26384999091799999</c:v>
                </c:pt>
                <c:pt idx="44">
                  <c:v>-8.4995807924399994E-2</c:v>
                </c:pt>
                <c:pt idx="45">
                  <c:v>-0.20020935901</c:v>
                </c:pt>
                <c:pt idx="46">
                  <c:v>-0.35619509684900003</c:v>
                </c:pt>
                <c:pt idx="47">
                  <c:v>3.5043129670199999E-2</c:v>
                </c:pt>
                <c:pt idx="48">
                  <c:v>4.3982508970999999E-2</c:v>
                </c:pt>
                <c:pt idx="49">
                  <c:v>-0.23318179553900001</c:v>
                </c:pt>
                <c:pt idx="50">
                  <c:v>0.225626786469</c:v>
                </c:pt>
                <c:pt idx="51">
                  <c:v>7.8757772976499997E-4</c:v>
                </c:pt>
                <c:pt idx="52">
                  <c:v>-0.112625922415</c:v>
                </c:pt>
                <c:pt idx="53">
                  <c:v>-1.19338650332E-2</c:v>
                </c:pt>
                <c:pt idx="54">
                  <c:v>0.183817282335</c:v>
                </c:pt>
                <c:pt idx="55">
                  <c:v>-5.0050167351700002E-2</c:v>
                </c:pt>
                <c:pt idx="56">
                  <c:v>0.19271300623099999</c:v>
                </c:pt>
                <c:pt idx="57">
                  <c:v>0.24645586881100001</c:v>
                </c:pt>
                <c:pt idx="58">
                  <c:v>1.6126052167199999E-2</c:v>
                </c:pt>
                <c:pt idx="59">
                  <c:v>0.245898026888</c:v>
                </c:pt>
                <c:pt idx="60">
                  <c:v>0.23457290498899999</c:v>
                </c:pt>
                <c:pt idx="61">
                  <c:v>0.17087625990499999</c:v>
                </c:pt>
                <c:pt idx="62">
                  <c:v>0.23963758340300001</c:v>
                </c:pt>
                <c:pt idx="63">
                  <c:v>0.29903200368299998</c:v>
                </c:pt>
                <c:pt idx="64">
                  <c:v>0.138838228249</c:v>
                </c:pt>
                <c:pt idx="65">
                  <c:v>0.20883040194700001</c:v>
                </c:pt>
                <c:pt idx="66">
                  <c:v>0.640143188202</c:v>
                </c:pt>
                <c:pt idx="67">
                  <c:v>0.19104404945100001</c:v>
                </c:pt>
                <c:pt idx="68">
                  <c:v>0.37195499709000002</c:v>
                </c:pt>
                <c:pt idx="69">
                  <c:v>0.46807824201600001</c:v>
                </c:pt>
                <c:pt idx="70">
                  <c:v>0.46672445814000002</c:v>
                </c:pt>
                <c:pt idx="71">
                  <c:v>0.34820416126199999</c:v>
                </c:pt>
                <c:pt idx="72">
                  <c:v>0.57666862802100005</c:v>
                </c:pt>
                <c:pt idx="73">
                  <c:v>0.46515345564499999</c:v>
                </c:pt>
                <c:pt idx="74">
                  <c:v>0.59566089496200003</c:v>
                </c:pt>
                <c:pt idx="75">
                  <c:v>0.45297051771699998</c:v>
                </c:pt>
                <c:pt idx="76">
                  <c:v>0.50829865323900003</c:v>
                </c:pt>
                <c:pt idx="77">
                  <c:v>0.71090439320200005</c:v>
                </c:pt>
                <c:pt idx="78">
                  <c:v>0.390388657478</c:v>
                </c:pt>
                <c:pt idx="79">
                  <c:v>0.93678474897399999</c:v>
                </c:pt>
                <c:pt idx="80">
                  <c:v>0.55209870522899995</c:v>
                </c:pt>
                <c:pt idx="81">
                  <c:v>0.78250709470599999</c:v>
                </c:pt>
                <c:pt idx="82">
                  <c:v>0.711825561133</c:v>
                </c:pt>
                <c:pt idx="83">
                  <c:v>0.41627747677499999</c:v>
                </c:pt>
                <c:pt idx="84">
                  <c:v>0.62105469221800003</c:v>
                </c:pt>
                <c:pt idx="85">
                  <c:v>0.322932085152</c:v>
                </c:pt>
                <c:pt idx="86">
                  <c:v>0.80140497060799998</c:v>
                </c:pt>
                <c:pt idx="87">
                  <c:v>0.56700019484999997</c:v>
                </c:pt>
                <c:pt idx="88">
                  <c:v>1.05329155592</c:v>
                </c:pt>
                <c:pt idx="89">
                  <c:v>0.82324743903200004</c:v>
                </c:pt>
                <c:pt idx="90">
                  <c:v>0.87731134007300005</c:v>
                </c:pt>
                <c:pt idx="91">
                  <c:v>0.60198676857400002</c:v>
                </c:pt>
                <c:pt idx="92">
                  <c:v>0.82641383926400003</c:v>
                </c:pt>
                <c:pt idx="93">
                  <c:v>0.97799817438799996</c:v>
                </c:pt>
                <c:pt idx="94">
                  <c:v>1.01829811689</c:v>
                </c:pt>
                <c:pt idx="95">
                  <c:v>0.65867896914500002</c:v>
                </c:pt>
                <c:pt idx="96">
                  <c:v>1.03396895821</c:v>
                </c:pt>
                <c:pt idx="97">
                  <c:v>0.94203198711000002</c:v>
                </c:pt>
                <c:pt idx="98">
                  <c:v>1.2017781354599999</c:v>
                </c:pt>
                <c:pt idx="99">
                  <c:v>1.0585451430999999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D3E-40D1-ADAA-9B3797F9A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Quadrática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0.97613865418000001</c:v>
                </c:pt>
                <c:pt idx="1">
                  <c:v>0.98880059977500001</c:v>
                </c:pt>
                <c:pt idx="2">
                  <c:v>0.89489024456499999</c:v>
                </c:pt>
                <c:pt idx="3">
                  <c:v>0.91957364209600001</c:v>
                </c:pt>
                <c:pt idx="4">
                  <c:v>0.84279182457500001</c:v>
                </c:pt>
                <c:pt idx="5">
                  <c:v>0.76664195819699998</c:v>
                </c:pt>
                <c:pt idx="6">
                  <c:v>0.74345200347100004</c:v>
                </c:pt>
                <c:pt idx="7">
                  <c:v>0.78563850557000003</c:v>
                </c:pt>
                <c:pt idx="8">
                  <c:v>0.658193166798</c:v>
                </c:pt>
                <c:pt idx="9">
                  <c:v>0.68592693270299998</c:v>
                </c:pt>
                <c:pt idx="10">
                  <c:v>0.60705502414000001</c:v>
                </c:pt>
                <c:pt idx="11">
                  <c:v>0.66542446820199996</c:v>
                </c:pt>
                <c:pt idx="12">
                  <c:v>0.59089232694299998</c:v>
                </c:pt>
                <c:pt idx="13">
                  <c:v>0.59618105647200004</c:v>
                </c:pt>
                <c:pt idx="14">
                  <c:v>0.516533345955</c:v>
                </c:pt>
                <c:pt idx="15">
                  <c:v>0.44649567366999998</c:v>
                </c:pt>
                <c:pt idx="16">
                  <c:v>0.561435574055</c:v>
                </c:pt>
                <c:pt idx="17">
                  <c:v>0.31318223354699998</c:v>
                </c:pt>
                <c:pt idx="18">
                  <c:v>0.32806967571899998</c:v>
                </c:pt>
                <c:pt idx="19">
                  <c:v>0.37215602092599998</c:v>
                </c:pt>
                <c:pt idx="20">
                  <c:v>0.271369277242</c:v>
                </c:pt>
                <c:pt idx="21">
                  <c:v>0.33811116190500001</c:v>
                </c:pt>
                <c:pt idx="22">
                  <c:v>0.37300235067499998</c:v>
                </c:pt>
                <c:pt idx="23">
                  <c:v>0.27166848873400001</c:v>
                </c:pt>
                <c:pt idx="24">
                  <c:v>0.32911112437000001</c:v>
                </c:pt>
                <c:pt idx="25">
                  <c:v>0.310264977266</c:v>
                </c:pt>
                <c:pt idx="26">
                  <c:v>0.22608262403400001</c:v>
                </c:pt>
                <c:pt idx="27">
                  <c:v>0.19409110614799999</c:v>
                </c:pt>
                <c:pt idx="28">
                  <c:v>0.22212710644700001</c:v>
                </c:pt>
                <c:pt idx="29">
                  <c:v>4.4217831694699998E-2</c:v>
                </c:pt>
                <c:pt idx="30">
                  <c:v>0.162351003715</c:v>
                </c:pt>
                <c:pt idx="31">
                  <c:v>0.141362028148</c:v>
                </c:pt>
                <c:pt idx="32">
                  <c:v>0.10991845065600001</c:v>
                </c:pt>
                <c:pt idx="33">
                  <c:v>7.9349635051399997E-2</c:v>
                </c:pt>
                <c:pt idx="34">
                  <c:v>6.1151814458399997E-2</c:v>
                </c:pt>
                <c:pt idx="35">
                  <c:v>7.6690603165099999E-2</c:v>
                </c:pt>
                <c:pt idx="36">
                  <c:v>-6.2390513698799997E-3</c:v>
                </c:pt>
                <c:pt idx="37">
                  <c:v>9.1834492160500006E-2</c:v>
                </c:pt>
                <c:pt idx="38">
                  <c:v>5.3430189332700002E-2</c:v>
                </c:pt>
                <c:pt idx="39">
                  <c:v>2.8180882376099999E-2</c:v>
                </c:pt>
                <c:pt idx="40">
                  <c:v>0.11333101528599999</c:v>
                </c:pt>
                <c:pt idx="41">
                  <c:v>8.6323988269599999E-2</c:v>
                </c:pt>
                <c:pt idx="42">
                  <c:v>-8.3086406882799998E-3</c:v>
                </c:pt>
                <c:pt idx="43">
                  <c:v>4.0152144703700002E-2</c:v>
                </c:pt>
                <c:pt idx="44">
                  <c:v>-6.6793089831899993E-2</c:v>
                </c:pt>
                <c:pt idx="45">
                  <c:v>3.1449066575400003E-2</c:v>
                </c:pt>
                <c:pt idx="46">
                  <c:v>2.5894625542200001E-2</c:v>
                </c:pt>
                <c:pt idx="47">
                  <c:v>-4.0699914546399998E-2</c:v>
                </c:pt>
                <c:pt idx="48">
                  <c:v>-5.6120210480200002E-2</c:v>
                </c:pt>
                <c:pt idx="49">
                  <c:v>-9.3921352134700001E-2</c:v>
                </c:pt>
                <c:pt idx="50">
                  <c:v>-2.34534788216E-2</c:v>
                </c:pt>
                <c:pt idx="51">
                  <c:v>-5.3642932116599998E-2</c:v>
                </c:pt>
                <c:pt idx="52">
                  <c:v>-7.8619126403900001E-3</c:v>
                </c:pt>
                <c:pt idx="53">
                  <c:v>3.3873587782000003E-2</c:v>
                </c:pt>
                <c:pt idx="54">
                  <c:v>7.1574037367999999E-2</c:v>
                </c:pt>
                <c:pt idx="55">
                  <c:v>4.7901471193400004E-3</c:v>
                </c:pt>
                <c:pt idx="56">
                  <c:v>-1.4140862098099999E-2</c:v>
                </c:pt>
                <c:pt idx="57">
                  <c:v>-4.1440504590800004E-3</c:v>
                </c:pt>
                <c:pt idx="58">
                  <c:v>3.0415652989600001E-2</c:v>
                </c:pt>
                <c:pt idx="59">
                  <c:v>5.42933841567E-2</c:v>
                </c:pt>
                <c:pt idx="60">
                  <c:v>4.4242528662999998E-2</c:v>
                </c:pt>
                <c:pt idx="61">
                  <c:v>3.4125467523600003E-2</c:v>
                </c:pt>
                <c:pt idx="62">
                  <c:v>9.5911579578199999E-2</c:v>
                </c:pt>
                <c:pt idx="63">
                  <c:v>-2.3780995948899999E-2</c:v>
                </c:pt>
                <c:pt idx="64">
                  <c:v>-1.9448978274600001E-2</c:v>
                </c:pt>
                <c:pt idx="65">
                  <c:v>0.111232315215</c:v>
                </c:pt>
                <c:pt idx="66">
                  <c:v>0.189032439049</c:v>
                </c:pt>
                <c:pt idx="67">
                  <c:v>6.9736901940100002E-2</c:v>
                </c:pt>
                <c:pt idx="68">
                  <c:v>0.117801592126</c:v>
                </c:pt>
                <c:pt idx="69">
                  <c:v>7.6152486136300004E-2</c:v>
                </c:pt>
                <c:pt idx="70">
                  <c:v>0.21947811581400001</c:v>
                </c:pt>
                <c:pt idx="71">
                  <c:v>0.14024210532299999</c:v>
                </c:pt>
                <c:pt idx="72">
                  <c:v>0.23561700603300001</c:v>
                </c:pt>
                <c:pt idx="73">
                  <c:v>0.191415853868</c:v>
                </c:pt>
                <c:pt idx="74">
                  <c:v>0.25483844549399998</c:v>
                </c:pt>
                <c:pt idx="75">
                  <c:v>0.32599124123899997</c:v>
                </c:pt>
                <c:pt idx="76">
                  <c:v>0.25286795951800001</c:v>
                </c:pt>
                <c:pt idx="77">
                  <c:v>0.29032160520900002</c:v>
                </c:pt>
                <c:pt idx="78">
                  <c:v>0.26655014105300001</c:v>
                </c:pt>
                <c:pt idx="79">
                  <c:v>0.30652802373799998</c:v>
                </c:pt>
                <c:pt idx="80">
                  <c:v>0.36266079707600002</c:v>
                </c:pt>
                <c:pt idx="81">
                  <c:v>0.43325872932100001</c:v>
                </c:pt>
                <c:pt idx="82">
                  <c:v>0.39958618668700002</c:v>
                </c:pt>
                <c:pt idx="83">
                  <c:v>0.55519551598299999</c:v>
                </c:pt>
                <c:pt idx="84">
                  <c:v>0.425341906449</c:v>
                </c:pt>
                <c:pt idx="85">
                  <c:v>0.50405350569600005</c:v>
                </c:pt>
                <c:pt idx="86">
                  <c:v>0.56420309921599998</c:v>
                </c:pt>
                <c:pt idx="87">
                  <c:v>0.57333283870499996</c:v>
                </c:pt>
                <c:pt idx="88">
                  <c:v>0.55441318122799998</c:v>
                </c:pt>
                <c:pt idx="89">
                  <c:v>0.62866652194700001</c:v>
                </c:pt>
                <c:pt idx="90">
                  <c:v>0.72421119213499996</c:v>
                </c:pt>
                <c:pt idx="91">
                  <c:v>0.65165700459599996</c:v>
                </c:pt>
                <c:pt idx="92">
                  <c:v>0.74316306598600002</c:v>
                </c:pt>
                <c:pt idx="93">
                  <c:v>0.70563013461599999</c:v>
                </c:pt>
                <c:pt idx="94">
                  <c:v>0.86739597184700001</c:v>
                </c:pt>
                <c:pt idx="95">
                  <c:v>0.76454636009400001</c:v>
                </c:pt>
                <c:pt idx="96">
                  <c:v>0.84547019534500001</c:v>
                </c:pt>
                <c:pt idx="97">
                  <c:v>0.90892848198599996</c:v>
                </c:pt>
                <c:pt idx="98">
                  <c:v>0.98363475006900003</c:v>
                </c:pt>
                <c:pt idx="99">
                  <c:v>0.89702795455399997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3E-48DB-9B16-E6323353B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-0.2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Independente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-1</c:v>
                </c:pt>
                <c:pt idx="1">
                  <c:v>-0.97979797979799998</c:v>
                </c:pt>
                <c:pt idx="2">
                  <c:v>-0.95959595959599997</c:v>
                </c:pt>
                <c:pt idx="3">
                  <c:v>-0.93939393939399995</c:v>
                </c:pt>
                <c:pt idx="4">
                  <c:v>-0.91919191919200005</c:v>
                </c:pt>
                <c:pt idx="5">
                  <c:v>-0.89898989899000004</c:v>
                </c:pt>
                <c:pt idx="6">
                  <c:v>-0.87878787878800002</c:v>
                </c:pt>
                <c:pt idx="7">
                  <c:v>-0.85858585858600001</c:v>
                </c:pt>
                <c:pt idx="8">
                  <c:v>-0.83838383838399999</c:v>
                </c:pt>
                <c:pt idx="9">
                  <c:v>-0.81818181818199998</c:v>
                </c:pt>
                <c:pt idx="10">
                  <c:v>-0.79797979797999996</c:v>
                </c:pt>
                <c:pt idx="11">
                  <c:v>-0.77777777777799995</c:v>
                </c:pt>
                <c:pt idx="12">
                  <c:v>-0.75757575757600004</c:v>
                </c:pt>
                <c:pt idx="13">
                  <c:v>-0.73737373737400003</c:v>
                </c:pt>
                <c:pt idx="14">
                  <c:v>-0.71717171717200001</c:v>
                </c:pt>
                <c:pt idx="15">
                  <c:v>-0.69696969697</c:v>
                </c:pt>
                <c:pt idx="16">
                  <c:v>-0.67676767676799998</c:v>
                </c:pt>
                <c:pt idx="17">
                  <c:v>-0.65656565656599997</c:v>
                </c:pt>
                <c:pt idx="18">
                  <c:v>-0.63636363636399995</c:v>
                </c:pt>
                <c:pt idx="19">
                  <c:v>-0.61616161616200005</c:v>
                </c:pt>
                <c:pt idx="20">
                  <c:v>-0.59595959596000003</c:v>
                </c:pt>
                <c:pt idx="21">
                  <c:v>-0.57575757575800002</c:v>
                </c:pt>
                <c:pt idx="22">
                  <c:v>-0.555555555556</c:v>
                </c:pt>
                <c:pt idx="23">
                  <c:v>-0.53535353535399999</c:v>
                </c:pt>
                <c:pt idx="24">
                  <c:v>-0.51515151515199997</c:v>
                </c:pt>
                <c:pt idx="25">
                  <c:v>-0.49494949494899998</c:v>
                </c:pt>
                <c:pt idx="26">
                  <c:v>-0.47474747474700002</c:v>
                </c:pt>
                <c:pt idx="27">
                  <c:v>-0.45454545454500001</c:v>
                </c:pt>
                <c:pt idx="28">
                  <c:v>-0.43434343434299999</c:v>
                </c:pt>
                <c:pt idx="29">
                  <c:v>-0.41414141414099997</c:v>
                </c:pt>
                <c:pt idx="30">
                  <c:v>-0.39393939393900002</c:v>
                </c:pt>
                <c:pt idx="31">
                  <c:v>-0.373737373737</c:v>
                </c:pt>
                <c:pt idx="32">
                  <c:v>-0.35353535353499999</c:v>
                </c:pt>
                <c:pt idx="33">
                  <c:v>-0.33333333333300003</c:v>
                </c:pt>
                <c:pt idx="34">
                  <c:v>-0.31313131313100001</c:v>
                </c:pt>
                <c:pt idx="35">
                  <c:v>-0.292929292929</c:v>
                </c:pt>
                <c:pt idx="36">
                  <c:v>-0.27272727272699998</c:v>
                </c:pt>
                <c:pt idx="37">
                  <c:v>-0.25252525252500002</c:v>
                </c:pt>
                <c:pt idx="38">
                  <c:v>-0.23232323232300001</c:v>
                </c:pt>
                <c:pt idx="39">
                  <c:v>-0.21212121212099999</c:v>
                </c:pt>
                <c:pt idx="40">
                  <c:v>-0.191919191919</c:v>
                </c:pt>
                <c:pt idx="41">
                  <c:v>-0.17171717171699999</c:v>
                </c:pt>
                <c:pt idx="42">
                  <c:v>-0.151515151515</c:v>
                </c:pt>
                <c:pt idx="43">
                  <c:v>-0.13131313131299999</c:v>
                </c:pt>
                <c:pt idx="44">
                  <c:v>-0.111111111111</c:v>
                </c:pt>
                <c:pt idx="45">
                  <c:v>-9.0909090909100002E-2</c:v>
                </c:pt>
                <c:pt idx="46">
                  <c:v>-7.07070707071E-2</c:v>
                </c:pt>
                <c:pt idx="47">
                  <c:v>-5.0505050505099999E-2</c:v>
                </c:pt>
                <c:pt idx="48">
                  <c:v>-3.0303030303000002E-2</c:v>
                </c:pt>
                <c:pt idx="49">
                  <c:v>-1.0101010101000001E-2</c:v>
                </c:pt>
                <c:pt idx="50">
                  <c:v>1.0101010101000001E-2</c:v>
                </c:pt>
                <c:pt idx="51">
                  <c:v>3.0303030303000002E-2</c:v>
                </c:pt>
                <c:pt idx="52">
                  <c:v>5.0505050505099999E-2</c:v>
                </c:pt>
                <c:pt idx="53">
                  <c:v>7.07070707071E-2</c:v>
                </c:pt>
                <c:pt idx="54">
                  <c:v>9.0909090909100002E-2</c:v>
                </c:pt>
                <c:pt idx="55">
                  <c:v>0.111111111111</c:v>
                </c:pt>
                <c:pt idx="56">
                  <c:v>0.13131313131299999</c:v>
                </c:pt>
                <c:pt idx="57">
                  <c:v>0.151515151515</c:v>
                </c:pt>
                <c:pt idx="58">
                  <c:v>0.17171717171699999</c:v>
                </c:pt>
                <c:pt idx="59">
                  <c:v>0.191919191919</c:v>
                </c:pt>
                <c:pt idx="60">
                  <c:v>0.21212121212099999</c:v>
                </c:pt>
                <c:pt idx="61">
                  <c:v>0.23232323232300001</c:v>
                </c:pt>
                <c:pt idx="62">
                  <c:v>0.25252525252500002</c:v>
                </c:pt>
                <c:pt idx="63">
                  <c:v>0.27272727272699998</c:v>
                </c:pt>
                <c:pt idx="64">
                  <c:v>0.292929292929</c:v>
                </c:pt>
                <c:pt idx="65">
                  <c:v>0.31313131313100001</c:v>
                </c:pt>
                <c:pt idx="66">
                  <c:v>0.33333333333300003</c:v>
                </c:pt>
                <c:pt idx="67">
                  <c:v>0.35353535353499999</c:v>
                </c:pt>
                <c:pt idx="68">
                  <c:v>0.373737373737</c:v>
                </c:pt>
                <c:pt idx="69">
                  <c:v>0.39393939393900002</c:v>
                </c:pt>
                <c:pt idx="70">
                  <c:v>0.41414141414099997</c:v>
                </c:pt>
                <c:pt idx="71">
                  <c:v>0.43434343434299999</c:v>
                </c:pt>
                <c:pt idx="72">
                  <c:v>0.45454545454500001</c:v>
                </c:pt>
                <c:pt idx="73">
                  <c:v>0.47474747474700002</c:v>
                </c:pt>
                <c:pt idx="74">
                  <c:v>0.49494949494899998</c:v>
                </c:pt>
                <c:pt idx="75">
                  <c:v>0.51515151515199997</c:v>
                </c:pt>
                <c:pt idx="76">
                  <c:v>0.53535353535399999</c:v>
                </c:pt>
                <c:pt idx="77">
                  <c:v>0.555555555556</c:v>
                </c:pt>
                <c:pt idx="78">
                  <c:v>0.57575757575800002</c:v>
                </c:pt>
                <c:pt idx="79">
                  <c:v>0.59595959596000003</c:v>
                </c:pt>
                <c:pt idx="80">
                  <c:v>0.61616161616200005</c:v>
                </c:pt>
                <c:pt idx="81">
                  <c:v>0.63636363636399995</c:v>
                </c:pt>
                <c:pt idx="82">
                  <c:v>0.65656565656599997</c:v>
                </c:pt>
                <c:pt idx="83">
                  <c:v>0.67676767676799998</c:v>
                </c:pt>
                <c:pt idx="84">
                  <c:v>0.69696969697</c:v>
                </c:pt>
                <c:pt idx="85">
                  <c:v>0.71717171717200001</c:v>
                </c:pt>
                <c:pt idx="86">
                  <c:v>0.73737373737400003</c:v>
                </c:pt>
                <c:pt idx="87">
                  <c:v>0.75757575757600004</c:v>
                </c:pt>
                <c:pt idx="88">
                  <c:v>0.77777777777799995</c:v>
                </c:pt>
                <c:pt idx="89">
                  <c:v>0.79797979797999996</c:v>
                </c:pt>
                <c:pt idx="90">
                  <c:v>0.81818181818199998</c:v>
                </c:pt>
                <c:pt idx="91">
                  <c:v>0.83838383838399999</c:v>
                </c:pt>
                <c:pt idx="92">
                  <c:v>0.85858585858600001</c:v>
                </c:pt>
                <c:pt idx="93">
                  <c:v>0.87878787878800002</c:v>
                </c:pt>
                <c:pt idx="94">
                  <c:v>0.89898989899000004</c:v>
                </c:pt>
                <c:pt idx="95">
                  <c:v>0.91919191919200005</c:v>
                </c:pt>
                <c:pt idx="96">
                  <c:v>0.93939393939399995</c:v>
                </c:pt>
                <c:pt idx="97">
                  <c:v>0.95959595959599997</c:v>
                </c:pt>
                <c:pt idx="98">
                  <c:v>0.97979797979799998</c:v>
                </c:pt>
                <c:pt idx="99">
                  <c:v>1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-0.20289159456799999</c:v>
                </c:pt>
                <c:pt idx="1">
                  <c:v>0.15966480148500001</c:v>
                </c:pt>
                <c:pt idx="2">
                  <c:v>-0.27530349418200001</c:v>
                </c:pt>
                <c:pt idx="3">
                  <c:v>-0.85749584018199998</c:v>
                </c:pt>
                <c:pt idx="4">
                  <c:v>-5.9489355539300001E-2</c:v>
                </c:pt>
                <c:pt idx="5">
                  <c:v>-0.52129659944700002</c:v>
                </c:pt>
                <c:pt idx="6">
                  <c:v>0.52621392512700005</c:v>
                </c:pt>
                <c:pt idx="7">
                  <c:v>0.60601355699600001</c:v>
                </c:pt>
                <c:pt idx="8">
                  <c:v>-0.92866294203599997</c:v>
                </c:pt>
                <c:pt idx="9">
                  <c:v>-0.76313796405599998</c:v>
                </c:pt>
                <c:pt idx="10">
                  <c:v>-0.103521911961</c:v>
                </c:pt>
                <c:pt idx="11">
                  <c:v>0.488908511928</c:v>
                </c:pt>
                <c:pt idx="12">
                  <c:v>1.99870139662E-2</c:v>
                </c:pt>
                <c:pt idx="13">
                  <c:v>-5.9150759134400002E-2</c:v>
                </c:pt>
                <c:pt idx="14">
                  <c:v>5.7989407482800003E-3</c:v>
                </c:pt>
                <c:pt idx="15">
                  <c:v>-0.457639779089</c:v>
                </c:pt>
                <c:pt idx="16">
                  <c:v>1.33750502639E-2</c:v>
                </c:pt>
                <c:pt idx="17">
                  <c:v>-0.32329611819199999</c:v>
                </c:pt>
                <c:pt idx="18">
                  <c:v>0.47324222999299997</c:v>
                </c:pt>
                <c:pt idx="19">
                  <c:v>-6.9072940764599994E-2</c:v>
                </c:pt>
                <c:pt idx="20">
                  <c:v>-1.0291011322900001</c:v>
                </c:pt>
                <c:pt idx="21">
                  <c:v>8.4210255045000001E-2</c:v>
                </c:pt>
                <c:pt idx="22">
                  <c:v>0.11348717841100001</c:v>
                </c:pt>
                <c:pt idx="23">
                  <c:v>-0.595630552152</c:v>
                </c:pt>
                <c:pt idx="24">
                  <c:v>0.179289644975</c:v>
                </c:pt>
                <c:pt idx="25">
                  <c:v>-4.3791265484800002E-2</c:v>
                </c:pt>
                <c:pt idx="26">
                  <c:v>-0.22492211217499999</c:v>
                </c:pt>
                <c:pt idx="27">
                  <c:v>0.213350292059</c:v>
                </c:pt>
                <c:pt idx="28">
                  <c:v>-0.38669457435900001</c:v>
                </c:pt>
                <c:pt idx="29">
                  <c:v>0.241997888956</c:v>
                </c:pt>
                <c:pt idx="30">
                  <c:v>-0.31885809683400002</c:v>
                </c:pt>
                <c:pt idx="31">
                  <c:v>0.57935465130599995</c:v>
                </c:pt>
                <c:pt idx="32">
                  <c:v>-4.9339043764000001E-2</c:v>
                </c:pt>
                <c:pt idx="33">
                  <c:v>0.13312167855400001</c:v>
                </c:pt>
                <c:pt idx="34">
                  <c:v>0.14224256631400001</c:v>
                </c:pt>
                <c:pt idx="35">
                  <c:v>0.254265517459</c:v>
                </c:pt>
                <c:pt idx="36">
                  <c:v>-8.4824193058500003E-2</c:v>
                </c:pt>
                <c:pt idx="37">
                  <c:v>-0.30973284053200001</c:v>
                </c:pt>
                <c:pt idx="38">
                  <c:v>0.62420154854700005</c:v>
                </c:pt>
                <c:pt idx="39">
                  <c:v>-0.24248487420500001</c:v>
                </c:pt>
                <c:pt idx="40">
                  <c:v>-0.36997679353000001</c:v>
                </c:pt>
                <c:pt idx="41">
                  <c:v>-0.30360535218599999</c:v>
                </c:pt>
                <c:pt idx="42">
                  <c:v>0.42580118469799999</c:v>
                </c:pt>
                <c:pt idx="43">
                  <c:v>0.26787316770399999</c:v>
                </c:pt>
                <c:pt idx="44">
                  <c:v>-3.8224296742900003E-2</c:v>
                </c:pt>
                <c:pt idx="45">
                  <c:v>0.194515032698</c:v>
                </c:pt>
                <c:pt idx="46">
                  <c:v>0.15721098348699999</c:v>
                </c:pt>
                <c:pt idx="47">
                  <c:v>-0.11738350870100001</c:v>
                </c:pt>
                <c:pt idx="48">
                  <c:v>-0.40273891820500002</c:v>
                </c:pt>
                <c:pt idx="49">
                  <c:v>-1.60229127841E-3</c:v>
                </c:pt>
                <c:pt idx="50">
                  <c:v>0.215398320847</c:v>
                </c:pt>
                <c:pt idx="51">
                  <c:v>0.31422278406100002</c:v>
                </c:pt>
                <c:pt idx="52">
                  <c:v>0.46824837706400002</c:v>
                </c:pt>
                <c:pt idx="53">
                  <c:v>1.0100189418500001</c:v>
                </c:pt>
                <c:pt idx="54">
                  <c:v>0.30113270945300002</c:v>
                </c:pt>
                <c:pt idx="55">
                  <c:v>6.0529296088500002E-3</c:v>
                </c:pt>
                <c:pt idx="56">
                  <c:v>0.136438812475</c:v>
                </c:pt>
                <c:pt idx="57">
                  <c:v>-5.5061218603499997E-3</c:v>
                </c:pt>
                <c:pt idx="58">
                  <c:v>-0.475720587014</c:v>
                </c:pt>
                <c:pt idx="59">
                  <c:v>-0.165634429133</c:v>
                </c:pt>
                <c:pt idx="60">
                  <c:v>-0.76350667022200003</c:v>
                </c:pt>
                <c:pt idx="61">
                  <c:v>-0.393234161704</c:v>
                </c:pt>
                <c:pt idx="62">
                  <c:v>0.45338122134199998</c:v>
                </c:pt>
                <c:pt idx="63">
                  <c:v>-0.18324311124500001</c:v>
                </c:pt>
                <c:pt idx="64">
                  <c:v>-0.28691728609299999</c:v>
                </c:pt>
                <c:pt idx="65">
                  <c:v>8.12361541341E-2</c:v>
                </c:pt>
                <c:pt idx="66">
                  <c:v>-0.202634040072</c:v>
                </c:pt>
                <c:pt idx="67">
                  <c:v>0.24767833383900001</c:v>
                </c:pt>
                <c:pt idx="68">
                  <c:v>-0.30470717239900003</c:v>
                </c:pt>
                <c:pt idx="69">
                  <c:v>0.32036831339799998</c:v>
                </c:pt>
                <c:pt idx="70">
                  <c:v>-0.440698259122</c:v>
                </c:pt>
                <c:pt idx="71">
                  <c:v>0.21444748015599999</c:v>
                </c:pt>
                <c:pt idx="72">
                  <c:v>0.11018378491899999</c:v>
                </c:pt>
                <c:pt idx="73">
                  <c:v>0.11702474169800001</c:v>
                </c:pt>
                <c:pt idx="74">
                  <c:v>6.3605480656499999E-2</c:v>
                </c:pt>
                <c:pt idx="75">
                  <c:v>0.48489504281200002</c:v>
                </c:pt>
                <c:pt idx="76">
                  <c:v>-0.219624416869</c:v>
                </c:pt>
                <c:pt idx="77">
                  <c:v>-0.32462807661199999</c:v>
                </c:pt>
                <c:pt idx="78">
                  <c:v>8.8104283421000004E-2</c:v>
                </c:pt>
                <c:pt idx="79">
                  <c:v>-0.32031733937500001</c:v>
                </c:pt>
                <c:pt idx="80">
                  <c:v>0.223121571037</c:v>
                </c:pt>
                <c:pt idx="81">
                  <c:v>-0.52731330308400004</c:v>
                </c:pt>
                <c:pt idx="82">
                  <c:v>-0.71838516237799999</c:v>
                </c:pt>
                <c:pt idx="83">
                  <c:v>-0.31874052439299999</c:v>
                </c:pt>
                <c:pt idx="84">
                  <c:v>0.24685670019700001</c:v>
                </c:pt>
                <c:pt idx="85">
                  <c:v>0.13638011195399999</c:v>
                </c:pt>
                <c:pt idx="86">
                  <c:v>-0.41688033519200002</c:v>
                </c:pt>
                <c:pt idx="87">
                  <c:v>4.0174151528000003E-2</c:v>
                </c:pt>
                <c:pt idx="88">
                  <c:v>-4.6253160132200002E-2</c:v>
                </c:pt>
                <c:pt idx="89">
                  <c:v>0.118232554029</c:v>
                </c:pt>
                <c:pt idx="90">
                  <c:v>0.96455893106000001</c:v>
                </c:pt>
                <c:pt idx="91">
                  <c:v>-1.39622137347E-2</c:v>
                </c:pt>
                <c:pt idx="92">
                  <c:v>-0.147412454887</c:v>
                </c:pt>
                <c:pt idx="93">
                  <c:v>1.1244728847E-2</c:v>
                </c:pt>
                <c:pt idx="94">
                  <c:v>0.58469759947300004</c:v>
                </c:pt>
                <c:pt idx="95">
                  <c:v>0.243237119852</c:v>
                </c:pt>
                <c:pt idx="96">
                  <c:v>0.34465961140099999</c:v>
                </c:pt>
                <c:pt idx="97">
                  <c:v>0.14996638224200001</c:v>
                </c:pt>
                <c:pt idx="98">
                  <c:v>0.502379641145</c:v>
                </c:pt>
                <c:pt idx="99">
                  <c:v>-0.33163056088699999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0C-4FCC-A6D9-83E75810A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"/>
          <c:min val="-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MI com a vazão</c:v>
          </c:tx>
          <c:spPr>
            <a:solidFill>
              <a:srgbClr val="83DF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P₁</c:v>
                </c:pt>
                <c:pt idx="1">
                  <c:v>P₂</c:v>
                </c:pt>
                <c:pt idx="2">
                  <c:v>Temperatura</c:v>
                </c:pt>
                <c:pt idx="3">
                  <c:v>Umidade</c:v>
                </c:pt>
                <c:pt idx="4">
                  <c:v>Radiação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0.56837406264599999</c:v>
                </c:pt>
                <c:pt idx="1">
                  <c:v>0.48295574739899999</c:v>
                </c:pt>
                <c:pt idx="2">
                  <c:v>0.28205916922199997</c:v>
                </c:pt>
                <c:pt idx="3">
                  <c:v>0.25020828494800001</c:v>
                </c:pt>
                <c:pt idx="4">
                  <c:v>0.224793149794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350-4E54-90BE-8975ACAC84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MI estimada (nats)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Var(Za)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  <c:pt idx="16">
                  <c:v>48</c:v>
                </c:pt>
                <c:pt idx="17">
                  <c:v>51</c:v>
                </c:pt>
                <c:pt idx="18">
                  <c:v>54</c:v>
                </c:pt>
                <c:pt idx="19">
                  <c:v>57</c:v>
                </c:pt>
                <c:pt idx="20">
                  <c:v>60</c:v>
                </c:pt>
                <c:pt idx="21">
                  <c:v>63</c:v>
                </c:pt>
                <c:pt idx="22">
                  <c:v>66</c:v>
                </c:pt>
                <c:pt idx="23">
                  <c:v>69</c:v>
                </c:pt>
                <c:pt idx="24">
                  <c:v>72</c:v>
                </c:pt>
                <c:pt idx="25">
                  <c:v>75</c:v>
                </c:pt>
                <c:pt idx="26">
                  <c:v>78</c:v>
                </c:pt>
                <c:pt idx="27">
                  <c:v>81</c:v>
                </c:pt>
                <c:pt idx="28">
                  <c:v>84</c:v>
                </c:pt>
                <c:pt idx="29">
                  <c:v>87</c:v>
                </c:pt>
                <c:pt idx="30">
                  <c:v>90</c:v>
                </c:pt>
                <c:pt idx="31">
                  <c:v>93</c:v>
                </c:pt>
                <c:pt idx="32">
                  <c:v>96</c:v>
                </c:pt>
                <c:pt idx="33">
                  <c:v>99</c:v>
                </c:pt>
                <c:pt idx="34">
                  <c:v>102</c:v>
                </c:pt>
                <c:pt idx="35">
                  <c:v>105</c:v>
                </c:pt>
                <c:pt idx="36">
                  <c:v>108</c:v>
                </c:pt>
                <c:pt idx="37">
                  <c:v>111</c:v>
                </c:pt>
                <c:pt idx="38">
                  <c:v>114</c:v>
                </c:pt>
                <c:pt idx="39">
                  <c:v>117</c:v>
                </c:pt>
                <c:pt idx="40">
                  <c:v>120</c:v>
                </c:pt>
                <c:pt idx="41">
                  <c:v>123</c:v>
                </c:pt>
                <c:pt idx="42">
                  <c:v>126</c:v>
                </c:pt>
                <c:pt idx="43">
                  <c:v>129</c:v>
                </c:pt>
                <c:pt idx="44">
                  <c:v>132</c:v>
                </c:pt>
                <c:pt idx="45">
                  <c:v>135</c:v>
                </c:pt>
                <c:pt idx="46">
                  <c:v>138</c:v>
                </c:pt>
                <c:pt idx="47">
                  <c:v>141</c:v>
                </c:pt>
                <c:pt idx="48">
                  <c:v>144</c:v>
                </c:pt>
                <c:pt idx="49">
                  <c:v>147</c:v>
                </c:pt>
                <c:pt idx="50">
                  <c:v>150</c:v>
                </c:pt>
                <c:pt idx="51">
                  <c:v>153</c:v>
                </c:pt>
                <c:pt idx="52">
                  <c:v>156</c:v>
                </c:pt>
                <c:pt idx="53">
                  <c:v>159</c:v>
                </c:pt>
                <c:pt idx="54">
                  <c:v>162</c:v>
                </c:pt>
                <c:pt idx="55">
                  <c:v>165</c:v>
                </c:pt>
                <c:pt idx="56">
                  <c:v>168</c:v>
                </c:pt>
                <c:pt idx="57">
                  <c:v>171</c:v>
                </c:pt>
                <c:pt idx="58">
                  <c:v>174</c:v>
                </c:pt>
                <c:pt idx="59">
                  <c:v>177</c:v>
                </c:pt>
                <c:pt idx="60">
                  <c:v>180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1</c:v>
                </c:pt>
                <c:pt idx="1">
                  <c:v>1.0836227706099999</c:v>
                </c:pt>
                <c:pt idx="2">
                  <c:v>1.16632935265</c:v>
                </c:pt>
                <c:pt idx="3">
                  <c:v>1.2472135955000001</c:v>
                </c:pt>
                <c:pt idx="4">
                  <c:v>1.32538931446</c:v>
                </c:pt>
                <c:pt idx="5">
                  <c:v>1.4</c:v>
                </c:pt>
                <c:pt idx="6">
                  <c:v>1.4702282018299999</c:v>
                </c:pt>
                <c:pt idx="7">
                  <c:v>1.5353044850899999</c:v>
                </c:pt>
                <c:pt idx="8">
                  <c:v>1.59451586038</c:v>
                </c:pt>
                <c:pt idx="9">
                  <c:v>1.6472135955</c:v>
                </c:pt>
                <c:pt idx="10">
                  <c:v>1.6928203230300001</c:v>
                </c:pt>
                <c:pt idx="11">
                  <c:v>1.7308363661099999</c:v>
                </c:pt>
                <c:pt idx="12">
                  <c:v>1.7608452130400001</c:v>
                </c:pt>
                <c:pt idx="13">
                  <c:v>1.7825180805900001</c:v>
                </c:pt>
                <c:pt idx="14">
                  <c:v>1.7956175162900001</c:v>
                </c:pt>
                <c:pt idx="15">
                  <c:v>1.8</c:v>
                </c:pt>
                <c:pt idx="16">
                  <c:v>1.7956175162900001</c:v>
                </c:pt>
                <c:pt idx="17">
                  <c:v>1.7825180805900001</c:v>
                </c:pt>
                <c:pt idx="18">
                  <c:v>1.7608452130400001</c:v>
                </c:pt>
                <c:pt idx="19">
                  <c:v>1.7308363661099999</c:v>
                </c:pt>
                <c:pt idx="20">
                  <c:v>1.6928203230300001</c:v>
                </c:pt>
                <c:pt idx="21">
                  <c:v>1.6472135955</c:v>
                </c:pt>
                <c:pt idx="22">
                  <c:v>1.59451586038</c:v>
                </c:pt>
                <c:pt idx="23">
                  <c:v>1.5353044850899999</c:v>
                </c:pt>
                <c:pt idx="24">
                  <c:v>1.4702282018299999</c:v>
                </c:pt>
                <c:pt idx="25">
                  <c:v>1.4</c:v>
                </c:pt>
                <c:pt idx="26">
                  <c:v>1.32538931446</c:v>
                </c:pt>
                <c:pt idx="27">
                  <c:v>1.2472135955000001</c:v>
                </c:pt>
                <c:pt idx="28">
                  <c:v>1.16632935265</c:v>
                </c:pt>
                <c:pt idx="29">
                  <c:v>1.0836227706099999</c:v>
                </c:pt>
                <c:pt idx="30">
                  <c:v>1</c:v>
                </c:pt>
                <c:pt idx="31">
                  <c:v>0.91637722938599997</c:v>
                </c:pt>
                <c:pt idx="32">
                  <c:v>0.83367064734600005</c:v>
                </c:pt>
                <c:pt idx="33">
                  <c:v>0.75278640450000001</c:v>
                </c:pt>
                <c:pt idx="34">
                  <c:v>0.67461068553900005</c:v>
                </c:pt>
                <c:pt idx="35">
                  <c:v>0.6</c:v>
                </c:pt>
                <c:pt idx="36">
                  <c:v>0.52977179816599995</c:v>
                </c:pt>
                <c:pt idx="37">
                  <c:v>0.46469551491299999</c:v>
                </c:pt>
                <c:pt idx="38">
                  <c:v>0.40548413961800001</c:v>
                </c:pt>
                <c:pt idx="39">
                  <c:v>0.35278640449999998</c:v>
                </c:pt>
                <c:pt idx="40">
                  <c:v>0.30717967697199999</c:v>
                </c:pt>
                <c:pt idx="41">
                  <c:v>0.26916363388600001</c:v>
                </c:pt>
                <c:pt idx="42">
                  <c:v>0.239154786964</c:v>
                </c:pt>
                <c:pt idx="43">
                  <c:v>0.21748191941299999</c:v>
                </c:pt>
                <c:pt idx="44">
                  <c:v>0.20438248370500001</c:v>
                </c:pt>
                <c:pt idx="45">
                  <c:v>0.2</c:v>
                </c:pt>
                <c:pt idx="46">
                  <c:v>0.20438248370500001</c:v>
                </c:pt>
                <c:pt idx="47">
                  <c:v>0.21748191941299999</c:v>
                </c:pt>
                <c:pt idx="48">
                  <c:v>0.239154786964</c:v>
                </c:pt>
                <c:pt idx="49">
                  <c:v>0.26916363388600001</c:v>
                </c:pt>
                <c:pt idx="50">
                  <c:v>0.30717967697199999</c:v>
                </c:pt>
                <c:pt idx="51">
                  <c:v>0.35278640449999998</c:v>
                </c:pt>
                <c:pt idx="52">
                  <c:v>0.40548413961800001</c:v>
                </c:pt>
                <c:pt idx="53">
                  <c:v>0.46469551491299999</c:v>
                </c:pt>
                <c:pt idx="54">
                  <c:v>0.52977179816599995</c:v>
                </c:pt>
                <c:pt idx="55">
                  <c:v>0.6</c:v>
                </c:pt>
                <c:pt idx="56">
                  <c:v>0.67461068553900005</c:v>
                </c:pt>
                <c:pt idx="57">
                  <c:v>0.75278640450000001</c:v>
                </c:pt>
                <c:pt idx="58">
                  <c:v>0.83367064734600005</c:v>
                </c:pt>
                <c:pt idx="59">
                  <c:v>0.91637722938599997</c:v>
                </c:pt>
                <c:pt idx="6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BB8-456A-8A95-07FE61085C29}"/>
            </c:ext>
          </c:extLst>
        </c:ser>
        <c:ser>
          <c:idx val="1"/>
          <c:order val="1"/>
          <c:tx>
            <c:v>PC1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71E7BD"/>
              </a:solidFill>
              <a:ln w="0">
                <a:noFill/>
              </a:ln>
            </c:spPr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  <c:pt idx="12">
                  <c:v>45</c:v>
                </c:pt>
                <c:pt idx="13">
                  <c:v>45</c:v>
                </c:pt>
                <c:pt idx="14">
                  <c:v>45</c:v>
                </c:pt>
                <c:pt idx="15">
                  <c:v>45</c:v>
                </c:pt>
                <c:pt idx="16">
                  <c:v>45</c:v>
                </c:pt>
                <c:pt idx="17">
                  <c:v>45</c:v>
                </c:pt>
                <c:pt idx="18">
                  <c:v>45</c:v>
                </c:pt>
                <c:pt idx="19">
                  <c:v>45</c:v>
                </c:pt>
                <c:pt idx="20">
                  <c:v>45</c:v>
                </c:pt>
                <c:pt idx="21">
                  <c:v>45</c:v>
                </c:pt>
                <c:pt idx="22">
                  <c:v>45</c:v>
                </c:pt>
                <c:pt idx="23">
                  <c:v>45</c:v>
                </c:pt>
                <c:pt idx="24">
                  <c:v>45</c:v>
                </c:pt>
                <c:pt idx="25">
                  <c:v>45</c:v>
                </c:pt>
                <c:pt idx="26">
                  <c:v>45</c:v>
                </c:pt>
                <c:pt idx="27">
                  <c:v>45</c:v>
                </c:pt>
                <c:pt idx="28">
                  <c:v>45</c:v>
                </c:pt>
                <c:pt idx="29">
                  <c:v>45</c:v>
                </c:pt>
                <c:pt idx="30">
                  <c:v>45</c:v>
                </c:pt>
                <c:pt idx="31">
                  <c:v>45</c:v>
                </c:pt>
                <c:pt idx="32">
                  <c:v>45</c:v>
                </c:pt>
                <c:pt idx="33">
                  <c:v>45</c:v>
                </c:pt>
                <c:pt idx="34">
                  <c:v>45</c:v>
                </c:pt>
                <c:pt idx="35">
                  <c:v>45</c:v>
                </c:pt>
                <c:pt idx="36">
                  <c:v>45</c:v>
                </c:pt>
                <c:pt idx="37">
                  <c:v>45</c:v>
                </c:pt>
                <c:pt idx="38">
                  <c:v>45</c:v>
                </c:pt>
                <c:pt idx="39">
                  <c:v>45</c:v>
                </c:pt>
                <c:pt idx="40">
                  <c:v>45</c:v>
                </c:pt>
                <c:pt idx="41">
                  <c:v>45</c:v>
                </c:pt>
                <c:pt idx="42">
                  <c:v>45</c:v>
                </c:pt>
                <c:pt idx="43">
                  <c:v>45</c:v>
                </c:pt>
                <c:pt idx="44">
                  <c:v>45</c:v>
                </c:pt>
                <c:pt idx="45">
                  <c:v>45</c:v>
                </c:pt>
                <c:pt idx="46">
                  <c:v>45</c:v>
                </c:pt>
                <c:pt idx="47">
                  <c:v>45</c:v>
                </c:pt>
                <c:pt idx="48">
                  <c:v>45</c:v>
                </c:pt>
                <c:pt idx="49">
                  <c:v>45</c:v>
                </c:pt>
                <c:pt idx="50">
                  <c:v>45</c:v>
                </c:pt>
                <c:pt idx="51">
                  <c:v>45</c:v>
                </c:pt>
                <c:pt idx="52">
                  <c:v>45</c:v>
                </c:pt>
                <c:pt idx="53">
                  <c:v>45</c:v>
                </c:pt>
                <c:pt idx="54">
                  <c:v>45</c:v>
                </c:pt>
                <c:pt idx="55">
                  <c:v>45</c:v>
                </c:pt>
                <c:pt idx="56">
                  <c:v>45</c:v>
                </c:pt>
                <c:pt idx="57">
                  <c:v>45</c:v>
                </c:pt>
                <c:pt idx="58">
                  <c:v>45</c:v>
                </c:pt>
                <c:pt idx="59">
                  <c:v>45</c:v>
                </c:pt>
                <c:pt idx="60">
                  <c:v>45</c:v>
                </c:pt>
              </c:numCache>
            </c:numRef>
          </c:xVal>
          <c:yVal>
            <c:numRef>
              <c:f>'Chart Data'!$D$2:$D$62</c:f>
              <c:numCache>
                <c:formatCode>0.0</c:formatCode>
                <c:ptCount val="61"/>
                <c:pt idx="0">
                  <c:v>1.8</c:v>
                </c:pt>
                <c:pt idx="1">
                  <c:v>1.8</c:v>
                </c:pt>
                <c:pt idx="2">
                  <c:v>1.8</c:v>
                </c:pt>
                <c:pt idx="3">
                  <c:v>1.8</c:v>
                </c:pt>
                <c:pt idx="4">
                  <c:v>1.8</c:v>
                </c:pt>
                <c:pt idx="5">
                  <c:v>1.8</c:v>
                </c:pt>
                <c:pt idx="6">
                  <c:v>1.8</c:v>
                </c:pt>
                <c:pt idx="7">
                  <c:v>1.8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1.8</c:v>
                </c:pt>
                <c:pt idx="12">
                  <c:v>1.8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</c:v>
                </c:pt>
                <c:pt idx="17">
                  <c:v>1.8</c:v>
                </c:pt>
                <c:pt idx="18">
                  <c:v>1.8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1.8</c:v>
                </c:pt>
                <c:pt idx="23">
                  <c:v>1.8</c:v>
                </c:pt>
                <c:pt idx="24">
                  <c:v>1.8</c:v>
                </c:pt>
                <c:pt idx="25">
                  <c:v>1.8</c:v>
                </c:pt>
                <c:pt idx="26">
                  <c:v>1.8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BB8-456A-8A95-07FE61085C29}"/>
            </c:ext>
          </c:extLst>
        </c:ser>
        <c:ser>
          <c:idx val="2"/>
          <c:order val="2"/>
          <c:tx>
            <c:v>PC2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FFAD62"/>
              </a:solidFill>
              <a:ln w="0">
                <a:noFill/>
              </a:ln>
            </c:spPr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135</c:v>
                </c:pt>
                <c:pt idx="1">
                  <c:v>135</c:v>
                </c:pt>
                <c:pt idx="2">
                  <c:v>135</c:v>
                </c:pt>
                <c:pt idx="3">
                  <c:v>135</c:v>
                </c:pt>
                <c:pt idx="4">
                  <c:v>135</c:v>
                </c:pt>
                <c:pt idx="5">
                  <c:v>135</c:v>
                </c:pt>
                <c:pt idx="6">
                  <c:v>135</c:v>
                </c:pt>
                <c:pt idx="7">
                  <c:v>135</c:v>
                </c:pt>
                <c:pt idx="8">
                  <c:v>135</c:v>
                </c:pt>
                <c:pt idx="9">
                  <c:v>135</c:v>
                </c:pt>
                <c:pt idx="10">
                  <c:v>135</c:v>
                </c:pt>
                <c:pt idx="11">
                  <c:v>135</c:v>
                </c:pt>
                <c:pt idx="12">
                  <c:v>135</c:v>
                </c:pt>
                <c:pt idx="13">
                  <c:v>135</c:v>
                </c:pt>
                <c:pt idx="14">
                  <c:v>135</c:v>
                </c:pt>
                <c:pt idx="15">
                  <c:v>135</c:v>
                </c:pt>
                <c:pt idx="16">
                  <c:v>135</c:v>
                </c:pt>
                <c:pt idx="17">
                  <c:v>135</c:v>
                </c:pt>
                <c:pt idx="18">
                  <c:v>135</c:v>
                </c:pt>
                <c:pt idx="19">
                  <c:v>135</c:v>
                </c:pt>
                <c:pt idx="20">
                  <c:v>135</c:v>
                </c:pt>
                <c:pt idx="21">
                  <c:v>135</c:v>
                </c:pt>
                <c:pt idx="22">
                  <c:v>135</c:v>
                </c:pt>
                <c:pt idx="23">
                  <c:v>135</c:v>
                </c:pt>
                <c:pt idx="24">
                  <c:v>135</c:v>
                </c:pt>
                <c:pt idx="25">
                  <c:v>135</c:v>
                </c:pt>
                <c:pt idx="26">
                  <c:v>135</c:v>
                </c:pt>
                <c:pt idx="27">
                  <c:v>135</c:v>
                </c:pt>
                <c:pt idx="28">
                  <c:v>135</c:v>
                </c:pt>
                <c:pt idx="29">
                  <c:v>135</c:v>
                </c:pt>
                <c:pt idx="30">
                  <c:v>135</c:v>
                </c:pt>
                <c:pt idx="31">
                  <c:v>135</c:v>
                </c:pt>
                <c:pt idx="32">
                  <c:v>135</c:v>
                </c:pt>
                <c:pt idx="33">
                  <c:v>135</c:v>
                </c:pt>
                <c:pt idx="34">
                  <c:v>135</c:v>
                </c:pt>
                <c:pt idx="35">
                  <c:v>135</c:v>
                </c:pt>
                <c:pt idx="36">
                  <c:v>135</c:v>
                </c:pt>
                <c:pt idx="37">
                  <c:v>135</c:v>
                </c:pt>
                <c:pt idx="38">
                  <c:v>135</c:v>
                </c:pt>
                <c:pt idx="39">
                  <c:v>135</c:v>
                </c:pt>
                <c:pt idx="40">
                  <c:v>135</c:v>
                </c:pt>
                <c:pt idx="41">
                  <c:v>135</c:v>
                </c:pt>
                <c:pt idx="42">
                  <c:v>135</c:v>
                </c:pt>
                <c:pt idx="43">
                  <c:v>135</c:v>
                </c:pt>
                <c:pt idx="44">
                  <c:v>135</c:v>
                </c:pt>
                <c:pt idx="45">
                  <c:v>135</c:v>
                </c:pt>
                <c:pt idx="46">
                  <c:v>135</c:v>
                </c:pt>
                <c:pt idx="47">
                  <c:v>135</c:v>
                </c:pt>
                <c:pt idx="48">
                  <c:v>135</c:v>
                </c:pt>
                <c:pt idx="49">
                  <c:v>135</c:v>
                </c:pt>
                <c:pt idx="50">
                  <c:v>135</c:v>
                </c:pt>
                <c:pt idx="51">
                  <c:v>135</c:v>
                </c:pt>
                <c:pt idx="52">
                  <c:v>135</c:v>
                </c:pt>
                <c:pt idx="53">
                  <c:v>135</c:v>
                </c:pt>
                <c:pt idx="54">
                  <c:v>135</c:v>
                </c:pt>
                <c:pt idx="55">
                  <c:v>135</c:v>
                </c:pt>
                <c:pt idx="56">
                  <c:v>135</c:v>
                </c:pt>
                <c:pt idx="57">
                  <c:v>135</c:v>
                </c:pt>
                <c:pt idx="58">
                  <c:v>135</c:v>
                </c:pt>
                <c:pt idx="59">
                  <c:v>135</c:v>
                </c:pt>
                <c:pt idx="60">
                  <c:v>135</c:v>
                </c:pt>
              </c:numCache>
            </c:numRef>
          </c:xVal>
          <c:yVal>
            <c:numRef>
              <c:f>'Chart Data'!$F$2:$F$62</c:f>
              <c:numCache>
                <c:formatCode>0.0</c:formatCode>
                <c:ptCount val="61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BB8-456A-8A95-07FE61085C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Variância da projeção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80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Ângulo θ (graus)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Amostras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-0.554062516713</c:v>
                </c:pt>
                <c:pt idx="1">
                  <c:v>-0.53006408108799996</c:v>
                </c:pt>
                <c:pt idx="2">
                  <c:v>0.306785892487</c:v>
                </c:pt>
                <c:pt idx="3">
                  <c:v>0.51980473764299995</c:v>
                </c:pt>
                <c:pt idx="4">
                  <c:v>0.12821472494200001</c:v>
                </c:pt>
                <c:pt idx="5">
                  <c:v>1.7324754815300001</c:v>
                </c:pt>
                <c:pt idx="6">
                  <c:v>1.40180975323</c:v>
                </c:pt>
                <c:pt idx="7">
                  <c:v>0.69607784275200002</c:v>
                </c:pt>
                <c:pt idx="8">
                  <c:v>-5.3344760845300002E-2</c:v>
                </c:pt>
                <c:pt idx="9">
                  <c:v>0.25939308155700003</c:v>
                </c:pt>
                <c:pt idx="10">
                  <c:v>8.7362743440599994E-2</c:v>
                </c:pt>
                <c:pt idx="11">
                  <c:v>-1.9139287116100001</c:v>
                </c:pt>
                <c:pt idx="12">
                  <c:v>0.48901820025100001</c:v>
                </c:pt>
                <c:pt idx="13">
                  <c:v>0.50621075806399995</c:v>
                </c:pt>
                <c:pt idx="14">
                  <c:v>-0.14325029239500001</c:v>
                </c:pt>
                <c:pt idx="15">
                  <c:v>1.5690430446400001</c:v>
                </c:pt>
                <c:pt idx="16">
                  <c:v>0.32412317756999998</c:v>
                </c:pt>
                <c:pt idx="17">
                  <c:v>0.82234289187300003</c:v>
                </c:pt>
                <c:pt idx="18">
                  <c:v>-1.54276783214</c:v>
                </c:pt>
                <c:pt idx="19">
                  <c:v>-0.40107629488399998</c:v>
                </c:pt>
                <c:pt idx="20">
                  <c:v>-0.80958166973699996</c:v>
                </c:pt>
                <c:pt idx="21">
                  <c:v>7.7928526281900001E-2</c:v>
                </c:pt>
                <c:pt idx="22">
                  <c:v>-0.66350359248400004</c:v>
                </c:pt>
                <c:pt idx="23">
                  <c:v>1.0642311875399999</c:v>
                </c:pt>
                <c:pt idx="24">
                  <c:v>0.71406396721999998</c:v>
                </c:pt>
                <c:pt idx="25">
                  <c:v>1.1362798777300001</c:v>
                </c:pt>
                <c:pt idx="26">
                  <c:v>-0.72097651257499995</c:v>
                </c:pt>
                <c:pt idx="27">
                  <c:v>1.5160759584000001</c:v>
                </c:pt>
                <c:pt idx="28">
                  <c:v>0.17031946828</c:v>
                </c:pt>
                <c:pt idx="29">
                  <c:v>-0.65482623487299996</c:v>
                </c:pt>
                <c:pt idx="30">
                  <c:v>-0.12811746114200001</c:v>
                </c:pt>
                <c:pt idx="31">
                  <c:v>2.7049027100099998</c:v>
                </c:pt>
                <c:pt idx="32">
                  <c:v>-2.4669268267900001E-3</c:v>
                </c:pt>
                <c:pt idx="33">
                  <c:v>8.5957883174499997E-2</c:v>
                </c:pt>
                <c:pt idx="34">
                  <c:v>1.53950180189</c:v>
                </c:pt>
                <c:pt idx="35">
                  <c:v>-1.36516456303</c:v>
                </c:pt>
                <c:pt idx="36">
                  <c:v>-0.272218910067</c:v>
                </c:pt>
                <c:pt idx="37">
                  <c:v>1.2575693241399999</c:v>
                </c:pt>
                <c:pt idx="38">
                  <c:v>0.73698732585899995</c:v>
                </c:pt>
                <c:pt idx="39">
                  <c:v>0.27181469052599999</c:v>
                </c:pt>
                <c:pt idx="40">
                  <c:v>-3.1531637379199999</c:v>
                </c:pt>
                <c:pt idx="41">
                  <c:v>9.9861562939099993E-2</c:v>
                </c:pt>
                <c:pt idx="42">
                  <c:v>0.620363635197</c:v>
                </c:pt>
                <c:pt idx="43">
                  <c:v>0.222103408989</c:v>
                </c:pt>
                <c:pt idx="44">
                  <c:v>-1.4408035992099999</c:v>
                </c:pt>
                <c:pt idx="45">
                  <c:v>1.3980364240800001</c:v>
                </c:pt>
                <c:pt idx="46">
                  <c:v>-0.12792123867399999</c:v>
                </c:pt>
                <c:pt idx="47">
                  <c:v>-0.45809309073100002</c:v>
                </c:pt>
                <c:pt idx="48">
                  <c:v>-1.48898880503</c:v>
                </c:pt>
                <c:pt idx="49">
                  <c:v>0.36794908224400003</c:v>
                </c:pt>
                <c:pt idx="50">
                  <c:v>-0.77279200734499998</c:v>
                </c:pt>
                <c:pt idx="51">
                  <c:v>-0.47169548281399998</c:v>
                </c:pt>
                <c:pt idx="52">
                  <c:v>1.27149678911</c:v>
                </c:pt>
                <c:pt idx="53">
                  <c:v>-0.21769157704299999</c:v>
                </c:pt>
                <c:pt idx="54">
                  <c:v>-1.2982213600600001</c:v>
                </c:pt>
                <c:pt idx="55">
                  <c:v>0.32109042338100002</c:v>
                </c:pt>
                <c:pt idx="56">
                  <c:v>0.44013494797800001</c:v>
                </c:pt>
                <c:pt idx="57">
                  <c:v>-0.97016263756700005</c:v>
                </c:pt>
                <c:pt idx="58">
                  <c:v>7.1939022030899996E-2</c:v>
                </c:pt>
                <c:pt idx="59">
                  <c:v>0.22400954969</c:v>
                </c:pt>
                <c:pt idx="60">
                  <c:v>-0.50461842412500002</c:v>
                </c:pt>
                <c:pt idx="61">
                  <c:v>1.7464679245200001</c:v>
                </c:pt>
                <c:pt idx="62">
                  <c:v>-0.70193845526400001</c:v>
                </c:pt>
                <c:pt idx="63">
                  <c:v>-1.2359005464299999</c:v>
                </c:pt>
                <c:pt idx="64">
                  <c:v>0.34369214595600001</c:v>
                </c:pt>
                <c:pt idx="65">
                  <c:v>1.53505319577</c:v>
                </c:pt>
                <c:pt idx="66">
                  <c:v>1.2801588848400001</c:v>
                </c:pt>
                <c:pt idx="67">
                  <c:v>-1.8177961950699999</c:v>
                </c:pt>
                <c:pt idx="68">
                  <c:v>0.10678334734</c:v>
                </c:pt>
                <c:pt idx="69">
                  <c:v>-1.6189482818000001</c:v>
                </c:pt>
                <c:pt idx="70">
                  <c:v>1.06720819894</c:v>
                </c:pt>
                <c:pt idx="71">
                  <c:v>0.70678716976400002</c:v>
                </c:pt>
                <c:pt idx="72">
                  <c:v>-1.1799297399299999</c:v>
                </c:pt>
                <c:pt idx="73">
                  <c:v>0.63132004635799999</c:v>
                </c:pt>
                <c:pt idx="74">
                  <c:v>-2.1858197834199999</c:v>
                </c:pt>
                <c:pt idx="75">
                  <c:v>0.34823163882800001</c:v>
                </c:pt>
                <c:pt idx="76">
                  <c:v>-1.5190209086299999</c:v>
                </c:pt>
                <c:pt idx="77">
                  <c:v>0.44970956956800001</c:v>
                </c:pt>
                <c:pt idx="78">
                  <c:v>2.0774500439599999</c:v>
                </c:pt>
                <c:pt idx="79">
                  <c:v>-1.9310637609800001</c:v>
                </c:pt>
                <c:pt idx="80">
                  <c:v>-0.34012893062299998</c:v>
                </c:pt>
                <c:pt idx="81">
                  <c:v>-0.42416921759499998</c:v>
                </c:pt>
                <c:pt idx="82">
                  <c:v>0.98859801344599996</c:v>
                </c:pt>
                <c:pt idx="83">
                  <c:v>0.69515105134499999</c:v>
                </c:pt>
                <c:pt idx="84">
                  <c:v>-0.34254080795399999</c:v>
                </c:pt>
                <c:pt idx="85">
                  <c:v>-0.270389792292</c:v>
                </c:pt>
                <c:pt idx="86">
                  <c:v>0.26620001712000002</c:v>
                </c:pt>
                <c:pt idx="87">
                  <c:v>-0.49987283350299999</c:v>
                </c:pt>
                <c:pt idx="88">
                  <c:v>-0.68175572568999998</c:v>
                </c:pt>
                <c:pt idx="89">
                  <c:v>0.243165355459</c:v>
                </c:pt>
                <c:pt idx="90">
                  <c:v>0.17433220627500001</c:v>
                </c:pt>
                <c:pt idx="91">
                  <c:v>0.44895260291299999</c:v>
                </c:pt>
                <c:pt idx="92">
                  <c:v>1.0952057630000001</c:v>
                </c:pt>
                <c:pt idx="93">
                  <c:v>-1.6822620826700001</c:v>
                </c:pt>
                <c:pt idx="94">
                  <c:v>-0.58337074919800003</c:v>
                </c:pt>
                <c:pt idx="95">
                  <c:v>1.6254411307000001</c:v>
                </c:pt>
                <c:pt idx="96">
                  <c:v>0.43366382959100003</c:v>
                </c:pt>
                <c:pt idx="97">
                  <c:v>-1.1970416231200001</c:v>
                </c:pt>
                <c:pt idx="98">
                  <c:v>-0.90480376887000002</c:v>
                </c:pt>
                <c:pt idx="99">
                  <c:v>0.124104003118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-0.81407226180400005</c:v>
                </c:pt>
                <c:pt idx="1">
                  <c:v>-0.55186332847599995</c:v>
                </c:pt>
                <c:pt idx="2">
                  <c:v>0.10814570201199999</c:v>
                </c:pt>
                <c:pt idx="3">
                  <c:v>0.79609405745200001</c:v>
                </c:pt>
                <c:pt idx="4">
                  <c:v>-0.228021004873</c:v>
                </c:pt>
                <c:pt idx="5">
                  <c:v>2.0177676889799998</c:v>
                </c:pt>
                <c:pt idx="6">
                  <c:v>1.71931610681</c:v>
                </c:pt>
                <c:pt idx="7">
                  <c:v>0.79124975318400004</c:v>
                </c:pt>
                <c:pt idx="8">
                  <c:v>-0.16670382384599999</c:v>
                </c:pt>
                <c:pt idx="9">
                  <c:v>0.195109806769</c:v>
                </c:pt>
                <c:pt idx="10">
                  <c:v>-0.187599400571</c:v>
                </c:pt>
                <c:pt idx="11">
                  <c:v>-2.2197590979499999</c:v>
                </c:pt>
                <c:pt idx="12">
                  <c:v>0.46475336814500001</c:v>
                </c:pt>
                <c:pt idx="13">
                  <c:v>0.310578756899</c:v>
                </c:pt>
                <c:pt idx="14">
                  <c:v>-8.0993777980500004E-2</c:v>
                </c:pt>
                <c:pt idx="15">
                  <c:v>1.54963883589</c:v>
                </c:pt>
                <c:pt idx="16">
                  <c:v>7.4970109459699993E-2</c:v>
                </c:pt>
                <c:pt idx="17">
                  <c:v>0.91299725848000002</c:v>
                </c:pt>
                <c:pt idx="18">
                  <c:v>-1.0823899133899999</c:v>
                </c:pt>
                <c:pt idx="19">
                  <c:v>-0.59268639754700003</c:v>
                </c:pt>
                <c:pt idx="20">
                  <c:v>-0.53168833030200002</c:v>
                </c:pt>
                <c:pt idx="21">
                  <c:v>0.27717105279900001</c:v>
                </c:pt>
                <c:pt idx="22">
                  <c:v>-0.71838172117800003</c:v>
                </c:pt>
                <c:pt idx="23">
                  <c:v>1.3246351172799999</c:v>
                </c:pt>
                <c:pt idx="24">
                  <c:v>0.77437640368799998</c:v>
                </c:pt>
                <c:pt idx="25">
                  <c:v>0.68949532025000004</c:v>
                </c:pt>
                <c:pt idx="26">
                  <c:v>-0.80682640417100004</c:v>
                </c:pt>
                <c:pt idx="27">
                  <c:v>1.66791146193</c:v>
                </c:pt>
                <c:pt idx="28">
                  <c:v>0.44983911043399999</c:v>
                </c:pt>
                <c:pt idx="29">
                  <c:v>-0.92180486450999999</c:v>
                </c:pt>
                <c:pt idx="30">
                  <c:v>-0.19299551174099999</c:v>
                </c:pt>
                <c:pt idx="31">
                  <c:v>2.46097276793</c:v>
                </c:pt>
                <c:pt idx="32">
                  <c:v>-0.27072751502600001</c:v>
                </c:pt>
                <c:pt idx="33">
                  <c:v>0.360943412139</c:v>
                </c:pt>
                <c:pt idx="34">
                  <c:v>1.9182316914799999</c:v>
                </c:pt>
                <c:pt idx="35">
                  <c:v>-0.93009257213899998</c:v>
                </c:pt>
                <c:pt idx="36">
                  <c:v>-5.04196904594E-2</c:v>
                </c:pt>
                <c:pt idx="37">
                  <c:v>1.49945623772</c:v>
                </c:pt>
                <c:pt idx="38">
                  <c:v>0.70750285660400003</c:v>
                </c:pt>
                <c:pt idx="39">
                  <c:v>1.1752610835399999E-2</c:v>
                </c:pt>
                <c:pt idx="40">
                  <c:v>-3.1299684171000002</c:v>
                </c:pt>
                <c:pt idx="41">
                  <c:v>0.13622696069599999</c:v>
                </c:pt>
                <c:pt idx="42">
                  <c:v>0.94585181648899996</c:v>
                </c:pt>
                <c:pt idx="43">
                  <c:v>0.46945631463499998</c:v>
                </c:pt>
                <c:pt idx="44">
                  <c:v>-1.2709627104400001</c:v>
                </c:pt>
                <c:pt idx="45">
                  <c:v>1.61822601701</c:v>
                </c:pt>
                <c:pt idx="46">
                  <c:v>-0.18867203326199999</c:v>
                </c:pt>
                <c:pt idx="47">
                  <c:v>-0.13240837780600001</c:v>
                </c:pt>
                <c:pt idx="48">
                  <c:v>-1.1843764107500001</c:v>
                </c:pt>
                <c:pt idx="49">
                  <c:v>0.21288118858499999</c:v>
                </c:pt>
                <c:pt idx="50">
                  <c:v>-0.56173164896899996</c:v>
                </c:pt>
                <c:pt idx="51">
                  <c:v>-0.20334035914199999</c:v>
                </c:pt>
                <c:pt idx="52">
                  <c:v>0.89091194540499996</c:v>
                </c:pt>
                <c:pt idx="53">
                  <c:v>-0.22781339853099999</c:v>
                </c:pt>
                <c:pt idx="54">
                  <c:v>-0.97901787500699999</c:v>
                </c:pt>
                <c:pt idx="55">
                  <c:v>0.63122103690499998</c:v>
                </c:pt>
                <c:pt idx="56">
                  <c:v>0.176370032826</c:v>
                </c:pt>
                <c:pt idx="57">
                  <c:v>-1.34146875776</c:v>
                </c:pt>
                <c:pt idx="58">
                  <c:v>-0.102259696022</c:v>
                </c:pt>
                <c:pt idx="59">
                  <c:v>0.19261749835</c:v>
                </c:pt>
                <c:pt idx="60">
                  <c:v>-0.67661290727500001</c:v>
                </c:pt>
                <c:pt idx="61">
                  <c:v>2.0053005122299998</c:v>
                </c:pt>
                <c:pt idx="62">
                  <c:v>-0.918018600066</c:v>
                </c:pt>
                <c:pt idx="63">
                  <c:v>-1.9010306931200001</c:v>
                </c:pt>
                <c:pt idx="64">
                  <c:v>0.44251367422999999</c:v>
                </c:pt>
                <c:pt idx="65">
                  <c:v>1.1565151119299999</c:v>
                </c:pt>
                <c:pt idx="66">
                  <c:v>1.36445661013</c:v>
                </c:pt>
                <c:pt idx="67">
                  <c:v>-1.7722207777400001</c:v>
                </c:pt>
                <c:pt idx="68">
                  <c:v>-8.4009409394899995E-2</c:v>
                </c:pt>
                <c:pt idx="69">
                  <c:v>-1.83784346834</c:v>
                </c:pt>
                <c:pt idx="70">
                  <c:v>0.72163245153</c:v>
                </c:pt>
                <c:pt idx="71">
                  <c:v>0.85841182294100005</c:v>
                </c:pt>
                <c:pt idx="72">
                  <c:v>-1.25212086568</c:v>
                </c:pt>
                <c:pt idx="73">
                  <c:v>0.80667659446499995</c:v>
                </c:pt>
                <c:pt idx="74">
                  <c:v>-2.5086258454000001</c:v>
                </c:pt>
                <c:pt idx="75">
                  <c:v>0.53270611003900004</c:v>
                </c:pt>
                <c:pt idx="76">
                  <c:v>-1.34202798885</c:v>
                </c:pt>
                <c:pt idx="77">
                  <c:v>0.90639660974199998</c:v>
                </c:pt>
                <c:pt idx="78">
                  <c:v>2.2950311453199999</c:v>
                </c:pt>
                <c:pt idx="79">
                  <c:v>-2.2441462223699999</c:v>
                </c:pt>
                <c:pt idx="80">
                  <c:v>-0.53239786741600004</c:v>
                </c:pt>
                <c:pt idx="81">
                  <c:v>-0.67857234891899998</c:v>
                </c:pt>
                <c:pt idx="82">
                  <c:v>1.17533484194</c:v>
                </c:pt>
                <c:pt idx="83">
                  <c:v>0.23294798821900001</c:v>
                </c:pt>
                <c:pt idx="84">
                  <c:v>-7.9003545703E-2</c:v>
                </c:pt>
                <c:pt idx="85">
                  <c:v>-0.45878695443299999</c:v>
                </c:pt>
                <c:pt idx="86">
                  <c:v>0.62988585740900005</c:v>
                </c:pt>
                <c:pt idx="87">
                  <c:v>-0.199000745561</c:v>
                </c:pt>
                <c:pt idx="88">
                  <c:v>-0.77320136698200004</c:v>
                </c:pt>
                <c:pt idx="89">
                  <c:v>0.39975455689</c:v>
                </c:pt>
                <c:pt idx="90">
                  <c:v>0.191491861806</c:v>
                </c:pt>
                <c:pt idx="91">
                  <c:v>0.34709927331500001</c:v>
                </c:pt>
                <c:pt idx="92">
                  <c:v>0.988823988328</c:v>
                </c:pt>
                <c:pt idx="93">
                  <c:v>-1.3124631100999999</c:v>
                </c:pt>
                <c:pt idx="94">
                  <c:v>-1.1802239532300001</c:v>
                </c:pt>
                <c:pt idx="95">
                  <c:v>1.48311227628</c:v>
                </c:pt>
                <c:pt idx="96">
                  <c:v>0.336351775425</c:v>
                </c:pt>
                <c:pt idx="97">
                  <c:v>-1.03953744571</c:v>
                </c:pt>
                <c:pt idx="98">
                  <c:v>-0.84719957706500004</c:v>
                </c:pt>
                <c:pt idx="99">
                  <c:v>-0.186477091007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D3-4663-8EAF-051ABE92AC67}"/>
            </c:ext>
          </c:extLst>
        </c:ser>
        <c:ser>
          <c:idx val="1"/>
          <c:order val="1"/>
          <c:tx>
            <c:v>PC1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-1.66018158879</c:v>
                </c:pt>
                <c:pt idx="1">
                  <c:v>1.66018158879</c:v>
                </c:pt>
                <c:pt idx="2">
                  <c:v>1.66018158879</c:v>
                </c:pt>
                <c:pt idx="3">
                  <c:v>1.66018158879</c:v>
                </c:pt>
                <c:pt idx="4">
                  <c:v>1.66018158879</c:v>
                </c:pt>
                <c:pt idx="5">
                  <c:v>1.66018158879</c:v>
                </c:pt>
                <c:pt idx="6">
                  <c:v>1.66018158879</c:v>
                </c:pt>
                <c:pt idx="7">
                  <c:v>1.66018158879</c:v>
                </c:pt>
                <c:pt idx="8">
                  <c:v>1.66018158879</c:v>
                </c:pt>
                <c:pt idx="9">
                  <c:v>1.66018158879</c:v>
                </c:pt>
                <c:pt idx="10">
                  <c:v>1.66018158879</c:v>
                </c:pt>
                <c:pt idx="11">
                  <c:v>1.66018158879</c:v>
                </c:pt>
                <c:pt idx="12">
                  <c:v>1.66018158879</c:v>
                </c:pt>
                <c:pt idx="13">
                  <c:v>1.66018158879</c:v>
                </c:pt>
                <c:pt idx="14">
                  <c:v>1.66018158879</c:v>
                </c:pt>
                <c:pt idx="15">
                  <c:v>1.66018158879</c:v>
                </c:pt>
                <c:pt idx="16">
                  <c:v>1.66018158879</c:v>
                </c:pt>
                <c:pt idx="17">
                  <c:v>1.66018158879</c:v>
                </c:pt>
                <c:pt idx="18">
                  <c:v>1.66018158879</c:v>
                </c:pt>
                <c:pt idx="19">
                  <c:v>1.66018158879</c:v>
                </c:pt>
                <c:pt idx="20">
                  <c:v>1.66018158879</c:v>
                </c:pt>
                <c:pt idx="21">
                  <c:v>1.66018158879</c:v>
                </c:pt>
                <c:pt idx="22">
                  <c:v>1.66018158879</c:v>
                </c:pt>
                <c:pt idx="23">
                  <c:v>1.66018158879</c:v>
                </c:pt>
                <c:pt idx="24">
                  <c:v>1.66018158879</c:v>
                </c:pt>
                <c:pt idx="25">
                  <c:v>1.66018158879</c:v>
                </c:pt>
                <c:pt idx="26">
                  <c:v>1.66018158879</c:v>
                </c:pt>
                <c:pt idx="27">
                  <c:v>1.66018158879</c:v>
                </c:pt>
                <c:pt idx="28">
                  <c:v>1.66018158879</c:v>
                </c:pt>
                <c:pt idx="29">
                  <c:v>1.66018158879</c:v>
                </c:pt>
                <c:pt idx="30">
                  <c:v>1.66018158879</c:v>
                </c:pt>
                <c:pt idx="31">
                  <c:v>1.66018158879</c:v>
                </c:pt>
                <c:pt idx="32">
                  <c:v>1.66018158879</c:v>
                </c:pt>
                <c:pt idx="33">
                  <c:v>1.66018158879</c:v>
                </c:pt>
                <c:pt idx="34">
                  <c:v>1.66018158879</c:v>
                </c:pt>
                <c:pt idx="35">
                  <c:v>1.66018158879</c:v>
                </c:pt>
                <c:pt idx="36">
                  <c:v>1.66018158879</c:v>
                </c:pt>
                <c:pt idx="37">
                  <c:v>1.66018158879</c:v>
                </c:pt>
                <c:pt idx="38">
                  <c:v>1.66018158879</c:v>
                </c:pt>
                <c:pt idx="39">
                  <c:v>1.66018158879</c:v>
                </c:pt>
                <c:pt idx="40">
                  <c:v>1.66018158879</c:v>
                </c:pt>
                <c:pt idx="41">
                  <c:v>1.66018158879</c:v>
                </c:pt>
                <c:pt idx="42">
                  <c:v>1.66018158879</c:v>
                </c:pt>
                <c:pt idx="43">
                  <c:v>1.66018158879</c:v>
                </c:pt>
                <c:pt idx="44">
                  <c:v>1.66018158879</c:v>
                </c:pt>
                <c:pt idx="45">
                  <c:v>1.66018158879</c:v>
                </c:pt>
                <c:pt idx="46">
                  <c:v>1.66018158879</c:v>
                </c:pt>
                <c:pt idx="47">
                  <c:v>1.66018158879</c:v>
                </c:pt>
                <c:pt idx="48">
                  <c:v>1.66018158879</c:v>
                </c:pt>
                <c:pt idx="49">
                  <c:v>1.66018158879</c:v>
                </c:pt>
                <c:pt idx="50">
                  <c:v>1.66018158879</c:v>
                </c:pt>
                <c:pt idx="51">
                  <c:v>1.66018158879</c:v>
                </c:pt>
                <c:pt idx="52">
                  <c:v>1.66018158879</c:v>
                </c:pt>
                <c:pt idx="53">
                  <c:v>1.66018158879</c:v>
                </c:pt>
                <c:pt idx="54">
                  <c:v>1.66018158879</c:v>
                </c:pt>
                <c:pt idx="55">
                  <c:v>1.66018158879</c:v>
                </c:pt>
                <c:pt idx="56">
                  <c:v>1.66018158879</c:v>
                </c:pt>
                <c:pt idx="57">
                  <c:v>1.66018158879</c:v>
                </c:pt>
                <c:pt idx="58">
                  <c:v>1.66018158879</c:v>
                </c:pt>
                <c:pt idx="59">
                  <c:v>1.66018158879</c:v>
                </c:pt>
                <c:pt idx="60">
                  <c:v>1.66018158879</c:v>
                </c:pt>
                <c:pt idx="61">
                  <c:v>1.66018158879</c:v>
                </c:pt>
                <c:pt idx="62">
                  <c:v>1.66018158879</c:v>
                </c:pt>
                <c:pt idx="63">
                  <c:v>1.66018158879</c:v>
                </c:pt>
                <c:pt idx="64">
                  <c:v>1.66018158879</c:v>
                </c:pt>
                <c:pt idx="65">
                  <c:v>1.66018158879</c:v>
                </c:pt>
                <c:pt idx="66">
                  <c:v>1.66018158879</c:v>
                </c:pt>
                <c:pt idx="67">
                  <c:v>1.66018158879</c:v>
                </c:pt>
                <c:pt idx="68">
                  <c:v>1.66018158879</c:v>
                </c:pt>
                <c:pt idx="69">
                  <c:v>1.66018158879</c:v>
                </c:pt>
                <c:pt idx="70">
                  <c:v>1.66018158879</c:v>
                </c:pt>
                <c:pt idx="71">
                  <c:v>1.66018158879</c:v>
                </c:pt>
                <c:pt idx="72">
                  <c:v>1.66018158879</c:v>
                </c:pt>
                <c:pt idx="73">
                  <c:v>1.66018158879</c:v>
                </c:pt>
                <c:pt idx="74">
                  <c:v>1.66018158879</c:v>
                </c:pt>
                <c:pt idx="75">
                  <c:v>1.66018158879</c:v>
                </c:pt>
                <c:pt idx="76">
                  <c:v>1.66018158879</c:v>
                </c:pt>
                <c:pt idx="77">
                  <c:v>1.66018158879</c:v>
                </c:pt>
                <c:pt idx="78">
                  <c:v>1.66018158879</c:v>
                </c:pt>
                <c:pt idx="79">
                  <c:v>1.66018158879</c:v>
                </c:pt>
                <c:pt idx="80">
                  <c:v>1.66018158879</c:v>
                </c:pt>
                <c:pt idx="81">
                  <c:v>1.66018158879</c:v>
                </c:pt>
                <c:pt idx="82">
                  <c:v>1.66018158879</c:v>
                </c:pt>
                <c:pt idx="83">
                  <c:v>1.66018158879</c:v>
                </c:pt>
                <c:pt idx="84">
                  <c:v>1.66018158879</c:v>
                </c:pt>
                <c:pt idx="85">
                  <c:v>1.66018158879</c:v>
                </c:pt>
                <c:pt idx="86">
                  <c:v>1.66018158879</c:v>
                </c:pt>
                <c:pt idx="87">
                  <c:v>1.66018158879</c:v>
                </c:pt>
                <c:pt idx="88">
                  <c:v>1.66018158879</c:v>
                </c:pt>
                <c:pt idx="89">
                  <c:v>1.66018158879</c:v>
                </c:pt>
                <c:pt idx="90">
                  <c:v>1.66018158879</c:v>
                </c:pt>
                <c:pt idx="91">
                  <c:v>1.66018158879</c:v>
                </c:pt>
                <c:pt idx="92">
                  <c:v>1.66018158879</c:v>
                </c:pt>
                <c:pt idx="93">
                  <c:v>1.66018158879</c:v>
                </c:pt>
                <c:pt idx="94">
                  <c:v>1.66018158879</c:v>
                </c:pt>
                <c:pt idx="95">
                  <c:v>1.66018158879</c:v>
                </c:pt>
                <c:pt idx="96">
                  <c:v>1.66018158879</c:v>
                </c:pt>
                <c:pt idx="97">
                  <c:v>1.66018158879</c:v>
                </c:pt>
                <c:pt idx="98">
                  <c:v>1.66018158879</c:v>
                </c:pt>
                <c:pt idx="99">
                  <c:v>1.66018158879</c:v>
                </c:pt>
              </c:numCache>
            </c:numRef>
          </c:xVal>
          <c:yVal>
            <c:numRef>
              <c:f>'Chart Data'!$D$2:$D$101</c:f>
              <c:numCache>
                <c:formatCode>0.0</c:formatCode>
                <c:ptCount val="100"/>
                <c:pt idx="0">
                  <c:v>-1.73314658706</c:v>
                </c:pt>
                <c:pt idx="1">
                  <c:v>1.73314658706</c:v>
                </c:pt>
                <c:pt idx="2">
                  <c:v>1.73314658706</c:v>
                </c:pt>
                <c:pt idx="3">
                  <c:v>1.73314658706</c:v>
                </c:pt>
                <c:pt idx="4">
                  <c:v>1.73314658706</c:v>
                </c:pt>
                <c:pt idx="5">
                  <c:v>1.73314658706</c:v>
                </c:pt>
                <c:pt idx="6">
                  <c:v>1.73314658706</c:v>
                </c:pt>
                <c:pt idx="7">
                  <c:v>1.73314658706</c:v>
                </c:pt>
                <c:pt idx="8">
                  <c:v>1.73314658706</c:v>
                </c:pt>
                <c:pt idx="9">
                  <c:v>1.73314658706</c:v>
                </c:pt>
                <c:pt idx="10">
                  <c:v>1.73314658706</c:v>
                </c:pt>
                <c:pt idx="11">
                  <c:v>1.73314658706</c:v>
                </c:pt>
                <c:pt idx="12">
                  <c:v>1.73314658706</c:v>
                </c:pt>
                <c:pt idx="13">
                  <c:v>1.73314658706</c:v>
                </c:pt>
                <c:pt idx="14">
                  <c:v>1.73314658706</c:v>
                </c:pt>
                <c:pt idx="15">
                  <c:v>1.73314658706</c:v>
                </c:pt>
                <c:pt idx="16">
                  <c:v>1.73314658706</c:v>
                </c:pt>
                <c:pt idx="17">
                  <c:v>1.73314658706</c:v>
                </c:pt>
                <c:pt idx="18">
                  <c:v>1.73314658706</c:v>
                </c:pt>
                <c:pt idx="19">
                  <c:v>1.73314658706</c:v>
                </c:pt>
                <c:pt idx="20">
                  <c:v>1.73314658706</c:v>
                </c:pt>
                <c:pt idx="21">
                  <c:v>1.73314658706</c:v>
                </c:pt>
                <c:pt idx="22">
                  <c:v>1.73314658706</c:v>
                </c:pt>
                <c:pt idx="23">
                  <c:v>1.73314658706</c:v>
                </c:pt>
                <c:pt idx="24">
                  <c:v>1.73314658706</c:v>
                </c:pt>
                <c:pt idx="25">
                  <c:v>1.73314658706</c:v>
                </c:pt>
                <c:pt idx="26">
                  <c:v>1.73314658706</c:v>
                </c:pt>
                <c:pt idx="27">
                  <c:v>1.73314658706</c:v>
                </c:pt>
                <c:pt idx="28">
                  <c:v>1.73314658706</c:v>
                </c:pt>
                <c:pt idx="29">
                  <c:v>1.73314658706</c:v>
                </c:pt>
                <c:pt idx="30">
                  <c:v>1.73314658706</c:v>
                </c:pt>
                <c:pt idx="31">
                  <c:v>1.73314658706</c:v>
                </c:pt>
                <c:pt idx="32">
                  <c:v>1.73314658706</c:v>
                </c:pt>
                <c:pt idx="33">
                  <c:v>1.73314658706</c:v>
                </c:pt>
                <c:pt idx="34">
                  <c:v>1.73314658706</c:v>
                </c:pt>
                <c:pt idx="35">
                  <c:v>1.73314658706</c:v>
                </c:pt>
                <c:pt idx="36">
                  <c:v>1.73314658706</c:v>
                </c:pt>
                <c:pt idx="37">
                  <c:v>1.73314658706</c:v>
                </c:pt>
                <c:pt idx="38">
                  <c:v>1.73314658706</c:v>
                </c:pt>
                <c:pt idx="39">
                  <c:v>1.73314658706</c:v>
                </c:pt>
                <c:pt idx="40">
                  <c:v>1.73314658706</c:v>
                </c:pt>
                <c:pt idx="41">
                  <c:v>1.73314658706</c:v>
                </c:pt>
                <c:pt idx="42">
                  <c:v>1.73314658706</c:v>
                </c:pt>
                <c:pt idx="43">
                  <c:v>1.73314658706</c:v>
                </c:pt>
                <c:pt idx="44">
                  <c:v>1.73314658706</c:v>
                </c:pt>
                <c:pt idx="45">
                  <c:v>1.73314658706</c:v>
                </c:pt>
                <c:pt idx="46">
                  <c:v>1.73314658706</c:v>
                </c:pt>
                <c:pt idx="47">
                  <c:v>1.73314658706</c:v>
                </c:pt>
                <c:pt idx="48">
                  <c:v>1.73314658706</c:v>
                </c:pt>
                <c:pt idx="49">
                  <c:v>1.73314658706</c:v>
                </c:pt>
                <c:pt idx="50">
                  <c:v>1.73314658706</c:v>
                </c:pt>
                <c:pt idx="51">
                  <c:v>1.73314658706</c:v>
                </c:pt>
                <c:pt idx="52">
                  <c:v>1.73314658706</c:v>
                </c:pt>
                <c:pt idx="53">
                  <c:v>1.73314658706</c:v>
                </c:pt>
                <c:pt idx="54">
                  <c:v>1.73314658706</c:v>
                </c:pt>
                <c:pt idx="55">
                  <c:v>1.73314658706</c:v>
                </c:pt>
                <c:pt idx="56">
                  <c:v>1.73314658706</c:v>
                </c:pt>
                <c:pt idx="57">
                  <c:v>1.73314658706</c:v>
                </c:pt>
                <c:pt idx="58">
                  <c:v>1.73314658706</c:v>
                </c:pt>
                <c:pt idx="59">
                  <c:v>1.73314658706</c:v>
                </c:pt>
                <c:pt idx="60">
                  <c:v>1.73314658706</c:v>
                </c:pt>
                <c:pt idx="61">
                  <c:v>1.73314658706</c:v>
                </c:pt>
                <c:pt idx="62">
                  <c:v>1.73314658706</c:v>
                </c:pt>
                <c:pt idx="63">
                  <c:v>1.73314658706</c:v>
                </c:pt>
                <c:pt idx="64">
                  <c:v>1.73314658706</c:v>
                </c:pt>
                <c:pt idx="65">
                  <c:v>1.73314658706</c:v>
                </c:pt>
                <c:pt idx="66">
                  <c:v>1.73314658706</c:v>
                </c:pt>
                <c:pt idx="67">
                  <c:v>1.73314658706</c:v>
                </c:pt>
                <c:pt idx="68">
                  <c:v>1.73314658706</c:v>
                </c:pt>
                <c:pt idx="69">
                  <c:v>1.73314658706</c:v>
                </c:pt>
                <c:pt idx="70">
                  <c:v>1.73314658706</c:v>
                </c:pt>
                <c:pt idx="71">
                  <c:v>1.73314658706</c:v>
                </c:pt>
                <c:pt idx="72">
                  <c:v>1.73314658706</c:v>
                </c:pt>
                <c:pt idx="73">
                  <c:v>1.73314658706</c:v>
                </c:pt>
                <c:pt idx="74">
                  <c:v>1.73314658706</c:v>
                </c:pt>
                <c:pt idx="75">
                  <c:v>1.73314658706</c:v>
                </c:pt>
                <c:pt idx="76">
                  <c:v>1.73314658706</c:v>
                </c:pt>
                <c:pt idx="77">
                  <c:v>1.73314658706</c:v>
                </c:pt>
                <c:pt idx="78">
                  <c:v>1.73314658706</c:v>
                </c:pt>
                <c:pt idx="79">
                  <c:v>1.73314658706</c:v>
                </c:pt>
                <c:pt idx="80">
                  <c:v>1.73314658706</c:v>
                </c:pt>
                <c:pt idx="81">
                  <c:v>1.73314658706</c:v>
                </c:pt>
                <c:pt idx="82">
                  <c:v>1.73314658706</c:v>
                </c:pt>
                <c:pt idx="83">
                  <c:v>1.73314658706</c:v>
                </c:pt>
                <c:pt idx="84">
                  <c:v>1.73314658706</c:v>
                </c:pt>
                <c:pt idx="85">
                  <c:v>1.73314658706</c:v>
                </c:pt>
                <c:pt idx="86">
                  <c:v>1.73314658706</c:v>
                </c:pt>
                <c:pt idx="87">
                  <c:v>1.73314658706</c:v>
                </c:pt>
                <c:pt idx="88">
                  <c:v>1.73314658706</c:v>
                </c:pt>
                <c:pt idx="89">
                  <c:v>1.73314658706</c:v>
                </c:pt>
                <c:pt idx="90">
                  <c:v>1.73314658706</c:v>
                </c:pt>
                <c:pt idx="91">
                  <c:v>1.73314658706</c:v>
                </c:pt>
                <c:pt idx="92">
                  <c:v>1.73314658706</c:v>
                </c:pt>
                <c:pt idx="93">
                  <c:v>1.73314658706</c:v>
                </c:pt>
                <c:pt idx="94">
                  <c:v>1.73314658706</c:v>
                </c:pt>
                <c:pt idx="95">
                  <c:v>1.73314658706</c:v>
                </c:pt>
                <c:pt idx="96">
                  <c:v>1.73314658706</c:v>
                </c:pt>
                <c:pt idx="97">
                  <c:v>1.73314658706</c:v>
                </c:pt>
                <c:pt idx="98">
                  <c:v>1.73314658706</c:v>
                </c:pt>
                <c:pt idx="99">
                  <c:v>1.73314658706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DD3-4663-8EAF-051ABE92AC67}"/>
            </c:ext>
          </c:extLst>
        </c:ser>
        <c:ser>
          <c:idx val="2"/>
          <c:order val="2"/>
          <c:tx>
            <c:v>PC2</c:v>
          </c:tx>
          <c:spPr>
            <a:ln w="23813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-1.0832166169199999</c:v>
                </c:pt>
                <c:pt idx="1">
                  <c:v>1.0832166169199999</c:v>
                </c:pt>
                <c:pt idx="2">
                  <c:v>1.0832166169199999</c:v>
                </c:pt>
                <c:pt idx="3">
                  <c:v>1.0832166169199999</c:v>
                </c:pt>
                <c:pt idx="4">
                  <c:v>1.0832166169199999</c:v>
                </c:pt>
                <c:pt idx="5">
                  <c:v>1.0832166169199999</c:v>
                </c:pt>
                <c:pt idx="6">
                  <c:v>1.0832166169199999</c:v>
                </c:pt>
                <c:pt idx="7">
                  <c:v>1.0832166169199999</c:v>
                </c:pt>
                <c:pt idx="8">
                  <c:v>1.0832166169199999</c:v>
                </c:pt>
                <c:pt idx="9">
                  <c:v>1.0832166169199999</c:v>
                </c:pt>
                <c:pt idx="10">
                  <c:v>1.0832166169199999</c:v>
                </c:pt>
                <c:pt idx="11">
                  <c:v>1.0832166169199999</c:v>
                </c:pt>
                <c:pt idx="12">
                  <c:v>1.0832166169199999</c:v>
                </c:pt>
                <c:pt idx="13">
                  <c:v>1.0832166169199999</c:v>
                </c:pt>
                <c:pt idx="14">
                  <c:v>1.0832166169199999</c:v>
                </c:pt>
                <c:pt idx="15">
                  <c:v>1.0832166169199999</c:v>
                </c:pt>
                <c:pt idx="16">
                  <c:v>1.0832166169199999</c:v>
                </c:pt>
                <c:pt idx="17">
                  <c:v>1.0832166169199999</c:v>
                </c:pt>
                <c:pt idx="18">
                  <c:v>1.0832166169199999</c:v>
                </c:pt>
                <c:pt idx="19">
                  <c:v>1.0832166169199999</c:v>
                </c:pt>
                <c:pt idx="20">
                  <c:v>1.0832166169199999</c:v>
                </c:pt>
                <c:pt idx="21">
                  <c:v>1.0832166169199999</c:v>
                </c:pt>
                <c:pt idx="22">
                  <c:v>1.0832166169199999</c:v>
                </c:pt>
                <c:pt idx="23">
                  <c:v>1.0832166169199999</c:v>
                </c:pt>
                <c:pt idx="24">
                  <c:v>1.0832166169199999</c:v>
                </c:pt>
                <c:pt idx="25">
                  <c:v>1.0832166169199999</c:v>
                </c:pt>
                <c:pt idx="26">
                  <c:v>1.0832166169199999</c:v>
                </c:pt>
                <c:pt idx="27">
                  <c:v>1.0832166169199999</c:v>
                </c:pt>
                <c:pt idx="28">
                  <c:v>1.0832166169199999</c:v>
                </c:pt>
                <c:pt idx="29">
                  <c:v>1.0832166169199999</c:v>
                </c:pt>
                <c:pt idx="30">
                  <c:v>1.0832166169199999</c:v>
                </c:pt>
                <c:pt idx="31">
                  <c:v>1.0832166169199999</c:v>
                </c:pt>
                <c:pt idx="32">
                  <c:v>1.0832166169199999</c:v>
                </c:pt>
                <c:pt idx="33">
                  <c:v>1.0832166169199999</c:v>
                </c:pt>
                <c:pt idx="34">
                  <c:v>1.0832166169199999</c:v>
                </c:pt>
                <c:pt idx="35">
                  <c:v>1.0832166169199999</c:v>
                </c:pt>
                <c:pt idx="36">
                  <c:v>1.0832166169199999</c:v>
                </c:pt>
                <c:pt idx="37">
                  <c:v>1.0832166169199999</c:v>
                </c:pt>
                <c:pt idx="38">
                  <c:v>1.0832166169199999</c:v>
                </c:pt>
                <c:pt idx="39">
                  <c:v>1.0832166169199999</c:v>
                </c:pt>
                <c:pt idx="40">
                  <c:v>1.0832166169199999</c:v>
                </c:pt>
                <c:pt idx="41">
                  <c:v>1.0832166169199999</c:v>
                </c:pt>
                <c:pt idx="42">
                  <c:v>1.0832166169199999</c:v>
                </c:pt>
                <c:pt idx="43">
                  <c:v>1.0832166169199999</c:v>
                </c:pt>
                <c:pt idx="44">
                  <c:v>1.0832166169199999</c:v>
                </c:pt>
                <c:pt idx="45">
                  <c:v>1.0832166169199999</c:v>
                </c:pt>
                <c:pt idx="46">
                  <c:v>1.0832166169199999</c:v>
                </c:pt>
                <c:pt idx="47">
                  <c:v>1.0832166169199999</c:v>
                </c:pt>
                <c:pt idx="48">
                  <c:v>1.0832166169199999</c:v>
                </c:pt>
                <c:pt idx="49">
                  <c:v>1.0832166169199999</c:v>
                </c:pt>
                <c:pt idx="50">
                  <c:v>1.0832166169199999</c:v>
                </c:pt>
                <c:pt idx="51">
                  <c:v>1.0832166169199999</c:v>
                </c:pt>
                <c:pt idx="52">
                  <c:v>1.0832166169199999</c:v>
                </c:pt>
                <c:pt idx="53">
                  <c:v>1.0832166169199999</c:v>
                </c:pt>
                <c:pt idx="54">
                  <c:v>1.0832166169199999</c:v>
                </c:pt>
                <c:pt idx="55">
                  <c:v>1.0832166169199999</c:v>
                </c:pt>
                <c:pt idx="56">
                  <c:v>1.0832166169199999</c:v>
                </c:pt>
                <c:pt idx="57">
                  <c:v>1.0832166169199999</c:v>
                </c:pt>
                <c:pt idx="58">
                  <c:v>1.0832166169199999</c:v>
                </c:pt>
                <c:pt idx="59">
                  <c:v>1.0832166169199999</c:v>
                </c:pt>
                <c:pt idx="60">
                  <c:v>1.0832166169199999</c:v>
                </c:pt>
                <c:pt idx="61">
                  <c:v>1.0832166169199999</c:v>
                </c:pt>
                <c:pt idx="62">
                  <c:v>1.0832166169199999</c:v>
                </c:pt>
                <c:pt idx="63">
                  <c:v>1.0832166169199999</c:v>
                </c:pt>
                <c:pt idx="64">
                  <c:v>1.0832166169199999</c:v>
                </c:pt>
                <c:pt idx="65">
                  <c:v>1.0832166169199999</c:v>
                </c:pt>
                <c:pt idx="66">
                  <c:v>1.0832166169199999</c:v>
                </c:pt>
                <c:pt idx="67">
                  <c:v>1.0832166169199999</c:v>
                </c:pt>
                <c:pt idx="68">
                  <c:v>1.0832166169199999</c:v>
                </c:pt>
                <c:pt idx="69">
                  <c:v>1.0832166169199999</c:v>
                </c:pt>
                <c:pt idx="70">
                  <c:v>1.0832166169199999</c:v>
                </c:pt>
                <c:pt idx="71">
                  <c:v>1.0832166169199999</c:v>
                </c:pt>
                <c:pt idx="72">
                  <c:v>1.0832166169199999</c:v>
                </c:pt>
                <c:pt idx="73">
                  <c:v>1.0832166169199999</c:v>
                </c:pt>
                <c:pt idx="74">
                  <c:v>1.0832166169199999</c:v>
                </c:pt>
                <c:pt idx="75">
                  <c:v>1.0832166169199999</c:v>
                </c:pt>
                <c:pt idx="76">
                  <c:v>1.0832166169199999</c:v>
                </c:pt>
                <c:pt idx="77">
                  <c:v>1.0832166169199999</c:v>
                </c:pt>
                <c:pt idx="78">
                  <c:v>1.0832166169199999</c:v>
                </c:pt>
                <c:pt idx="79">
                  <c:v>1.0832166169199999</c:v>
                </c:pt>
                <c:pt idx="80">
                  <c:v>1.0832166169199999</c:v>
                </c:pt>
                <c:pt idx="81">
                  <c:v>1.0832166169199999</c:v>
                </c:pt>
                <c:pt idx="82">
                  <c:v>1.0832166169199999</c:v>
                </c:pt>
                <c:pt idx="83">
                  <c:v>1.0832166169199999</c:v>
                </c:pt>
                <c:pt idx="84">
                  <c:v>1.0832166169199999</c:v>
                </c:pt>
                <c:pt idx="85">
                  <c:v>1.0832166169199999</c:v>
                </c:pt>
                <c:pt idx="86">
                  <c:v>1.0832166169199999</c:v>
                </c:pt>
                <c:pt idx="87">
                  <c:v>1.0832166169199999</c:v>
                </c:pt>
                <c:pt idx="88">
                  <c:v>1.0832166169199999</c:v>
                </c:pt>
                <c:pt idx="89">
                  <c:v>1.0832166169199999</c:v>
                </c:pt>
                <c:pt idx="90">
                  <c:v>1.0832166169199999</c:v>
                </c:pt>
                <c:pt idx="91">
                  <c:v>1.0832166169199999</c:v>
                </c:pt>
                <c:pt idx="92">
                  <c:v>1.0832166169199999</c:v>
                </c:pt>
                <c:pt idx="93">
                  <c:v>1.0832166169199999</c:v>
                </c:pt>
                <c:pt idx="94">
                  <c:v>1.0832166169199999</c:v>
                </c:pt>
                <c:pt idx="95">
                  <c:v>1.0832166169199999</c:v>
                </c:pt>
                <c:pt idx="96">
                  <c:v>1.0832166169199999</c:v>
                </c:pt>
                <c:pt idx="97">
                  <c:v>1.0832166169199999</c:v>
                </c:pt>
                <c:pt idx="98">
                  <c:v>1.0832166169199999</c:v>
                </c:pt>
                <c:pt idx="99">
                  <c:v>1.0832166169199999</c:v>
                </c:pt>
              </c:numCache>
            </c:numRef>
          </c:xVal>
          <c:yVal>
            <c:numRef>
              <c:f>'Chart Data'!$F$2:$F$101</c:f>
              <c:numCache>
                <c:formatCode>0.0</c:formatCode>
                <c:ptCount val="100"/>
                <c:pt idx="0">
                  <c:v>1.0376134929900001</c:v>
                </c:pt>
                <c:pt idx="1">
                  <c:v>-1.0376134929900001</c:v>
                </c:pt>
                <c:pt idx="2">
                  <c:v>-1.0376134929900001</c:v>
                </c:pt>
                <c:pt idx="3">
                  <c:v>-1.0376134929900001</c:v>
                </c:pt>
                <c:pt idx="4">
                  <c:v>-1.0376134929900001</c:v>
                </c:pt>
                <c:pt idx="5">
                  <c:v>-1.0376134929900001</c:v>
                </c:pt>
                <c:pt idx="6">
                  <c:v>-1.0376134929900001</c:v>
                </c:pt>
                <c:pt idx="7">
                  <c:v>-1.0376134929900001</c:v>
                </c:pt>
                <c:pt idx="8">
                  <c:v>-1.0376134929900001</c:v>
                </c:pt>
                <c:pt idx="9">
                  <c:v>-1.0376134929900001</c:v>
                </c:pt>
                <c:pt idx="10">
                  <c:v>-1.0376134929900001</c:v>
                </c:pt>
                <c:pt idx="11">
                  <c:v>-1.0376134929900001</c:v>
                </c:pt>
                <c:pt idx="12">
                  <c:v>-1.0376134929900001</c:v>
                </c:pt>
                <c:pt idx="13">
                  <c:v>-1.0376134929900001</c:v>
                </c:pt>
                <c:pt idx="14">
                  <c:v>-1.0376134929900001</c:v>
                </c:pt>
                <c:pt idx="15">
                  <c:v>-1.0376134929900001</c:v>
                </c:pt>
                <c:pt idx="16">
                  <c:v>-1.0376134929900001</c:v>
                </c:pt>
                <c:pt idx="17">
                  <c:v>-1.0376134929900001</c:v>
                </c:pt>
                <c:pt idx="18">
                  <c:v>-1.0376134929900001</c:v>
                </c:pt>
                <c:pt idx="19">
                  <c:v>-1.0376134929900001</c:v>
                </c:pt>
                <c:pt idx="20">
                  <c:v>-1.0376134929900001</c:v>
                </c:pt>
                <c:pt idx="21">
                  <c:v>-1.0376134929900001</c:v>
                </c:pt>
                <c:pt idx="22">
                  <c:v>-1.0376134929900001</c:v>
                </c:pt>
                <c:pt idx="23">
                  <c:v>-1.0376134929900001</c:v>
                </c:pt>
                <c:pt idx="24">
                  <c:v>-1.0376134929900001</c:v>
                </c:pt>
                <c:pt idx="25">
                  <c:v>-1.0376134929900001</c:v>
                </c:pt>
                <c:pt idx="26">
                  <c:v>-1.0376134929900001</c:v>
                </c:pt>
                <c:pt idx="27">
                  <c:v>-1.0376134929900001</c:v>
                </c:pt>
                <c:pt idx="28">
                  <c:v>-1.0376134929900001</c:v>
                </c:pt>
                <c:pt idx="29">
                  <c:v>-1.0376134929900001</c:v>
                </c:pt>
                <c:pt idx="30">
                  <c:v>-1.0376134929900001</c:v>
                </c:pt>
                <c:pt idx="31">
                  <c:v>-1.0376134929900001</c:v>
                </c:pt>
                <c:pt idx="32">
                  <c:v>-1.0376134929900001</c:v>
                </c:pt>
                <c:pt idx="33">
                  <c:v>-1.0376134929900001</c:v>
                </c:pt>
                <c:pt idx="34">
                  <c:v>-1.0376134929900001</c:v>
                </c:pt>
                <c:pt idx="35">
                  <c:v>-1.0376134929900001</c:v>
                </c:pt>
                <c:pt idx="36">
                  <c:v>-1.0376134929900001</c:v>
                </c:pt>
                <c:pt idx="37">
                  <c:v>-1.0376134929900001</c:v>
                </c:pt>
                <c:pt idx="38">
                  <c:v>-1.0376134929900001</c:v>
                </c:pt>
                <c:pt idx="39">
                  <c:v>-1.0376134929900001</c:v>
                </c:pt>
                <c:pt idx="40">
                  <c:v>-1.0376134929900001</c:v>
                </c:pt>
                <c:pt idx="41">
                  <c:v>-1.0376134929900001</c:v>
                </c:pt>
                <c:pt idx="42">
                  <c:v>-1.0376134929900001</c:v>
                </c:pt>
                <c:pt idx="43">
                  <c:v>-1.0376134929900001</c:v>
                </c:pt>
                <c:pt idx="44">
                  <c:v>-1.0376134929900001</c:v>
                </c:pt>
                <c:pt idx="45">
                  <c:v>-1.0376134929900001</c:v>
                </c:pt>
                <c:pt idx="46">
                  <c:v>-1.0376134929900001</c:v>
                </c:pt>
                <c:pt idx="47">
                  <c:v>-1.0376134929900001</c:v>
                </c:pt>
                <c:pt idx="48">
                  <c:v>-1.0376134929900001</c:v>
                </c:pt>
                <c:pt idx="49">
                  <c:v>-1.0376134929900001</c:v>
                </c:pt>
                <c:pt idx="50">
                  <c:v>-1.0376134929900001</c:v>
                </c:pt>
                <c:pt idx="51">
                  <c:v>-1.0376134929900001</c:v>
                </c:pt>
                <c:pt idx="52">
                  <c:v>-1.0376134929900001</c:v>
                </c:pt>
                <c:pt idx="53">
                  <c:v>-1.0376134929900001</c:v>
                </c:pt>
                <c:pt idx="54">
                  <c:v>-1.0376134929900001</c:v>
                </c:pt>
                <c:pt idx="55">
                  <c:v>-1.0376134929900001</c:v>
                </c:pt>
                <c:pt idx="56">
                  <c:v>-1.0376134929900001</c:v>
                </c:pt>
                <c:pt idx="57">
                  <c:v>-1.0376134929900001</c:v>
                </c:pt>
                <c:pt idx="58">
                  <c:v>-1.0376134929900001</c:v>
                </c:pt>
                <c:pt idx="59">
                  <c:v>-1.0376134929900001</c:v>
                </c:pt>
                <c:pt idx="60">
                  <c:v>-1.0376134929900001</c:v>
                </c:pt>
                <c:pt idx="61">
                  <c:v>-1.0376134929900001</c:v>
                </c:pt>
                <c:pt idx="62">
                  <c:v>-1.0376134929900001</c:v>
                </c:pt>
                <c:pt idx="63">
                  <c:v>-1.0376134929900001</c:v>
                </c:pt>
                <c:pt idx="64">
                  <c:v>-1.0376134929900001</c:v>
                </c:pt>
                <c:pt idx="65">
                  <c:v>-1.0376134929900001</c:v>
                </c:pt>
                <c:pt idx="66">
                  <c:v>-1.0376134929900001</c:v>
                </c:pt>
                <c:pt idx="67">
                  <c:v>-1.0376134929900001</c:v>
                </c:pt>
                <c:pt idx="68">
                  <c:v>-1.0376134929900001</c:v>
                </c:pt>
                <c:pt idx="69">
                  <c:v>-1.0376134929900001</c:v>
                </c:pt>
                <c:pt idx="70">
                  <c:v>-1.0376134929900001</c:v>
                </c:pt>
                <c:pt idx="71">
                  <c:v>-1.0376134929900001</c:v>
                </c:pt>
                <c:pt idx="72">
                  <c:v>-1.0376134929900001</c:v>
                </c:pt>
                <c:pt idx="73">
                  <c:v>-1.0376134929900001</c:v>
                </c:pt>
                <c:pt idx="74">
                  <c:v>-1.0376134929900001</c:v>
                </c:pt>
                <c:pt idx="75">
                  <c:v>-1.0376134929900001</c:v>
                </c:pt>
                <c:pt idx="76">
                  <c:v>-1.0376134929900001</c:v>
                </c:pt>
                <c:pt idx="77">
                  <c:v>-1.0376134929900001</c:v>
                </c:pt>
                <c:pt idx="78">
                  <c:v>-1.0376134929900001</c:v>
                </c:pt>
                <c:pt idx="79">
                  <c:v>-1.0376134929900001</c:v>
                </c:pt>
                <c:pt idx="80">
                  <c:v>-1.0376134929900001</c:v>
                </c:pt>
                <c:pt idx="81">
                  <c:v>-1.0376134929900001</c:v>
                </c:pt>
                <c:pt idx="82">
                  <c:v>-1.0376134929900001</c:v>
                </c:pt>
                <c:pt idx="83">
                  <c:v>-1.0376134929900001</c:v>
                </c:pt>
                <c:pt idx="84">
                  <c:v>-1.0376134929900001</c:v>
                </c:pt>
                <c:pt idx="85">
                  <c:v>-1.0376134929900001</c:v>
                </c:pt>
                <c:pt idx="86">
                  <c:v>-1.0376134929900001</c:v>
                </c:pt>
                <c:pt idx="87">
                  <c:v>-1.0376134929900001</c:v>
                </c:pt>
                <c:pt idx="88">
                  <c:v>-1.0376134929900001</c:v>
                </c:pt>
                <c:pt idx="89">
                  <c:v>-1.0376134929900001</c:v>
                </c:pt>
                <c:pt idx="90">
                  <c:v>-1.0376134929900001</c:v>
                </c:pt>
                <c:pt idx="91">
                  <c:v>-1.0376134929900001</c:v>
                </c:pt>
                <c:pt idx="92">
                  <c:v>-1.0376134929900001</c:v>
                </c:pt>
                <c:pt idx="93">
                  <c:v>-1.0376134929900001</c:v>
                </c:pt>
                <c:pt idx="94">
                  <c:v>-1.0376134929900001</c:v>
                </c:pt>
                <c:pt idx="95">
                  <c:v>-1.0376134929900001</c:v>
                </c:pt>
                <c:pt idx="96">
                  <c:v>-1.0376134929900001</c:v>
                </c:pt>
                <c:pt idx="97">
                  <c:v>-1.0376134929900001</c:v>
                </c:pt>
                <c:pt idx="98">
                  <c:v>-1.0376134929900001</c:v>
                </c:pt>
                <c:pt idx="99">
                  <c:v>-1.0376134929900001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DD3-4663-8EAF-051ABE92AC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P₂ padronizada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P₁ padronizada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Scores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-0.99592208145899996</c:v>
                </c:pt>
                <c:pt idx="1">
                  <c:v>-0.78996863192599998</c:v>
                </c:pt>
                <c:pt idx="2">
                  <c:v>0.26553775029499999</c:v>
                </c:pt>
                <c:pt idx="3">
                  <c:v>0.90968996242</c:v>
                </c:pt>
                <c:pt idx="4">
                  <c:v>-0.10074839360899999</c:v>
                </c:pt>
                <c:pt idx="5">
                  <c:v>2.6307704321099998</c:v>
                </c:pt>
                <c:pt idx="6">
                  <c:v>2.1865098091099999</c:v>
                </c:pt>
                <c:pt idx="7">
                  <c:v>1.0281272433699999</c:v>
                </c:pt>
                <c:pt idx="8">
                  <c:v>-0.182060915504</c:v>
                </c:pt>
                <c:pt idx="9">
                  <c:v>0.29555477913200001</c:v>
                </c:pt>
                <c:pt idx="10">
                  <c:v>-9.9817202781499997E-2</c:v>
                </c:pt>
                <c:pt idx="11">
                  <c:v>-2.9517079825099999</c:v>
                </c:pt>
                <c:pt idx="12">
                  <c:v>0.64911778434099998</c:v>
                </c:pt>
                <c:pt idx="13">
                  <c:v>0.54967427044600004</c:v>
                </c:pt>
                <c:pt idx="14">
                  <c:v>-0.18235734664600001</c:v>
                </c:pt>
                <c:pt idx="15">
                  <c:v>2.1796606626199999</c:v>
                </c:pt>
                <c:pt idx="16">
                  <c:v>0.25357311549799999</c:v>
                </c:pt>
                <c:pt idx="17">
                  <c:v>1.2033894030200001</c:v>
                </c:pt>
                <c:pt idx="18">
                  <c:v>-1.87361549125</c:v>
                </c:pt>
                <c:pt idx="19">
                  <c:v>-0.73022247150800002</c:v>
                </c:pt>
                <c:pt idx="20">
                  <c:v>-0.96875351742100002</c:v>
                </c:pt>
                <c:pt idx="21">
                  <c:v>0.229288135299</c:v>
                </c:pt>
                <c:pt idx="22">
                  <c:v>-1.00252471694</c:v>
                </c:pt>
                <c:pt idx="23">
                  <c:v>1.6679757551400001</c:v>
                </c:pt>
                <c:pt idx="24">
                  <c:v>1.0283840119600001</c:v>
                </c:pt>
                <c:pt idx="25">
                  <c:v>1.2591522290599999</c:v>
                </c:pt>
                <c:pt idx="26">
                  <c:v>-1.1061510020500001</c:v>
                </c:pt>
                <c:pt idx="27">
                  <c:v>2.2284310029399998</c:v>
                </c:pt>
                <c:pt idx="28">
                  <c:v>0.41789013349199999</c:v>
                </c:pt>
                <c:pt idx="29">
                  <c:v>-1.1434231074600001</c:v>
                </c:pt>
                <c:pt idx="30">
                  <c:v>-0.25277075280400002</c:v>
                </c:pt>
                <c:pt idx="31">
                  <c:v>3.6234975783999999</c:v>
                </c:pt>
                <c:pt idx="32">
                  <c:v>-0.22198669134900001</c:v>
                </c:pt>
                <c:pt idx="33">
                  <c:v>0.295338122451</c:v>
                </c:pt>
                <c:pt idx="34">
                  <c:v>2.4254030052700002</c:v>
                </c:pt>
                <c:pt idx="35">
                  <c:v>-1.64077911846</c:v>
                </c:pt>
                <c:pt idx="36">
                  <c:v>-0.24949149212499999</c:v>
                </c:pt>
                <c:pt idx="37">
                  <c:v>1.9279620230700001</c:v>
                </c:pt>
                <c:pt idx="38">
                  <c:v>0.99594871115600003</c:v>
                </c:pt>
                <c:pt idx="39">
                  <c:v>0.17173695753500001</c:v>
                </c:pt>
                <c:pt idx="40">
                  <c:v>-4.46624187829</c:v>
                </c:pt>
                <c:pt idx="41">
                  <c:v>0.14267815673699999</c:v>
                </c:pt>
                <c:pt idx="42">
                  <c:v>1.08739753712</c:v>
                </c:pt>
                <c:pt idx="43">
                  <c:v>0.467877731603</c:v>
                </c:pt>
                <c:pt idx="44">
                  <c:v>-1.9392593068299999</c:v>
                </c:pt>
                <c:pt idx="45">
                  <c:v>2.1108979942300001</c:v>
                </c:pt>
                <c:pt idx="46">
                  <c:v>-0.24951284159600001</c:v>
                </c:pt>
                <c:pt idx="47">
                  <c:v>-0.43727620305100001</c:v>
                </c:pt>
                <c:pt idx="48">
                  <c:v>-1.9100632409</c:v>
                </c:pt>
                <c:pt idx="49">
                  <c:v>0.38348106389600001</c:v>
                </c:pt>
                <c:pt idx="50">
                  <c:v>-0.96500016535800004</c:v>
                </c:pt>
                <c:pt idx="51">
                  <c:v>-0.49790868732799998</c:v>
                </c:pt>
                <c:pt idx="52">
                  <c:v>1.4981393804100001</c:v>
                </c:pt>
                <c:pt idx="53">
                  <c:v>-0.33987650268300001</c:v>
                </c:pt>
                <c:pt idx="54">
                  <c:v>-1.62980280539</c:v>
                </c:pt>
                <c:pt idx="55">
                  <c:v>0.65316872957600003</c:v>
                </c:pt>
                <c:pt idx="56">
                  <c:v>0.40704875567499998</c:v>
                </c:pt>
                <c:pt idx="57">
                  <c:v>-1.6646125801</c:v>
                </c:pt>
                <c:pt idx="58">
                  <c:v>-4.88588530461E-2</c:v>
                </c:pt>
                <c:pt idx="59">
                  <c:v>0.26927868580600001</c:v>
                </c:pt>
                <c:pt idx="60">
                  <c:v>-0.86245400506299996</c:v>
                </c:pt>
                <c:pt idx="61">
                  <c:v>2.6314464951900001</c:v>
                </c:pt>
                <c:pt idx="62">
                  <c:v>-1.1732783947900001</c:v>
                </c:pt>
                <c:pt idx="63">
                  <c:v>-2.2525192643700001</c:v>
                </c:pt>
                <c:pt idx="64">
                  <c:v>0.53252933045799999</c:v>
                </c:pt>
                <c:pt idx="65">
                  <c:v>1.8722563452100001</c:v>
                </c:pt>
                <c:pt idx="66">
                  <c:v>1.8460989517999999</c:v>
                </c:pt>
                <c:pt idx="67">
                  <c:v>-2.5620217548899999</c:v>
                </c:pt>
                <c:pt idx="68">
                  <c:v>-1.1576215824100001E-2</c:v>
                </c:pt>
                <c:pt idx="69">
                  <c:v>-2.4718592955799998</c:v>
                </c:pt>
                <c:pt idx="70">
                  <c:v>1.23458007488</c:v>
                </c:pt>
                <c:pt idx="71">
                  <c:v>1.08403605151</c:v>
                </c:pt>
                <c:pt idx="72">
                  <c:v>-1.7451952830399999</c:v>
                </c:pt>
                <c:pt idx="73">
                  <c:v>0.99447194171300002</c:v>
                </c:pt>
                <c:pt idx="74">
                  <c:v>-3.3483900529400001</c:v>
                </c:pt>
                <c:pt idx="75">
                  <c:v>0.60080145328699996</c:v>
                </c:pt>
                <c:pt idx="76">
                  <c:v>-2.0446849242299998</c:v>
                </c:pt>
                <c:pt idx="77">
                  <c:v>0.94085653931400004</c:v>
                </c:pt>
                <c:pt idx="78">
                  <c:v>3.0696281946999999</c:v>
                </c:pt>
                <c:pt idx="79">
                  <c:v>-2.9811720470699998</c:v>
                </c:pt>
                <c:pt idx="80">
                  <c:v>-0.64452557473100003</c:v>
                </c:pt>
                <c:pt idx="81">
                  <c:v>-0.80821888343100001</c:v>
                </c:pt>
                <c:pt idx="82">
                  <c:v>1.5078407277300001</c:v>
                </c:pt>
                <c:pt idx="83">
                  <c:v>0.62431164315300003</c:v>
                </c:pt>
                <c:pt idx="84">
                  <c:v>-0.31877779684200003</c:v>
                </c:pt>
                <c:pt idx="85">
                  <c:v>-0.54312635136300003</c:v>
                </c:pt>
                <c:pt idx="86">
                  <c:v>0.61423451971599996</c:v>
                </c:pt>
                <c:pt idx="87">
                  <c:v>-0.51426632581499998</c:v>
                </c:pt>
                <c:pt idx="88">
                  <c:v>-1.05473819091</c:v>
                </c:pt>
                <c:pt idx="89">
                  <c:v>0.43211243668900001</c:v>
                </c:pt>
                <c:pt idx="90">
                  <c:v>0.23410189245099999</c:v>
                </c:pt>
                <c:pt idx="91">
                  <c:v>0.53643946769299999</c:v>
                </c:pt>
                <c:pt idx="92">
                  <c:v>1.4468980500799999</c:v>
                </c:pt>
                <c:pt idx="93">
                  <c:v>-2.1362556421300001</c:v>
                </c:pt>
                <c:pt idx="94">
                  <c:v>-1.2806102240899999</c:v>
                </c:pt>
                <c:pt idx="95">
                  <c:v>2.1706318227799999</c:v>
                </c:pt>
                <c:pt idx="96">
                  <c:v>0.51810233049700005</c:v>
                </c:pt>
                <c:pt idx="97">
                  <c:v>-1.6035163683</c:v>
                </c:pt>
                <c:pt idx="98">
                  <c:v>-1.2624673575600001</c:v>
                </c:pt>
                <c:pt idx="99">
                  <c:v>-7.3591248675100002E-2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0.16228324436899999</c:v>
                </c:pt>
                <c:pt idx="1">
                  <c:v>-1.7674376004999999E-3</c:v>
                </c:pt>
                <c:pt idx="2">
                  <c:v>0.14600291020699999</c:v>
                </c:pt>
                <c:pt idx="3">
                  <c:v>-0.17604971865800001</c:v>
                </c:pt>
                <c:pt idx="4">
                  <c:v>0.24958948018800001</c:v>
                </c:pt>
                <c:pt idx="5">
                  <c:v>-0.14540968098199999</c:v>
                </c:pt>
                <c:pt idx="6">
                  <c:v>-0.17774649622399999</c:v>
                </c:pt>
                <c:pt idx="7">
                  <c:v>-4.5404070630200001E-2</c:v>
                </c:pt>
                <c:pt idx="8">
                  <c:v>7.60616226215E-2</c:v>
                </c:pt>
                <c:pt idx="9">
                  <c:v>5.1621704323700002E-2</c:v>
                </c:pt>
                <c:pt idx="10">
                  <c:v>0.19212711536800001</c:v>
                </c:pt>
                <c:pt idx="11">
                  <c:v>0.15263655704099999</c:v>
                </c:pt>
                <c:pt idx="12">
                  <c:v>3.09203354225E-2</c:v>
                </c:pt>
                <c:pt idx="13">
                  <c:v>0.149984949566</c:v>
                </c:pt>
                <c:pt idx="14">
                  <c:v>-4.8152421246799998E-2</c:v>
                </c:pt>
                <c:pt idx="15">
                  <c:v>6.0393041050300002E-2</c:v>
                </c:pt>
                <c:pt idx="16">
                  <c:v>0.18147189538299999</c:v>
                </c:pt>
                <c:pt idx="17">
                  <c:v>-3.8440373889999997E-2</c:v>
                </c:pt>
                <c:pt idx="18">
                  <c:v>-0.36609809643500002</c:v>
                </c:pt>
                <c:pt idx="19">
                  <c:v>0.11961941619200001</c:v>
                </c:pt>
                <c:pt idx="20">
                  <c:v>-0.217575402315</c:v>
                </c:pt>
                <c:pt idx="21">
                  <c:v>-0.13618714753399999</c:v>
                </c:pt>
                <c:pt idx="22">
                  <c:v>1.7057785733799999E-2</c:v>
                </c:pt>
                <c:pt idx="23">
                  <c:v>-0.14850942403699999</c:v>
                </c:pt>
                <c:pt idx="24">
                  <c:v>-2.0743481292500001E-2</c:v>
                </c:pt>
                <c:pt idx="25">
                  <c:v>0.34287321714899999</c:v>
                </c:pt>
                <c:pt idx="26">
                  <c:v>3.6734968661399997E-2</c:v>
                </c:pt>
                <c:pt idx="27">
                  <c:v>-5.96710260095E-2</c:v>
                </c:pt>
                <c:pt idx="28">
                  <c:v>-0.18890934939099999</c:v>
                </c:pt>
                <c:pt idx="29">
                  <c:v>0.16404048991</c:v>
                </c:pt>
                <c:pt idx="30">
                  <c:v>4.0252008394500001E-2</c:v>
                </c:pt>
                <c:pt idx="31">
                  <c:v>0.25023949405399998</c:v>
                </c:pt>
                <c:pt idx="32">
                  <c:v>0.18476035648899999</c:v>
                </c:pt>
                <c:pt idx="33">
                  <c:v>-0.188337679255</c:v>
                </c:pt>
                <c:pt idx="34">
                  <c:v>-0.215911282559</c:v>
                </c:pt>
                <c:pt idx="35">
                  <c:v>-0.343193405713</c:v>
                </c:pt>
                <c:pt idx="36">
                  <c:v>-0.16243577822700001</c:v>
                </c:pt>
                <c:pt idx="37">
                  <c:v>-0.12982253814899999</c:v>
                </c:pt>
                <c:pt idx="38">
                  <c:v>4.2069757222000001E-2</c:v>
                </c:pt>
                <c:pt idx="39">
                  <c:v>0.18742783351200001</c:v>
                </c:pt>
                <c:pt idx="40">
                  <c:v>-0.112639777467</c:v>
                </c:pt>
                <c:pt idx="41">
                  <c:v>-2.2851333207600001E-2</c:v>
                </c:pt>
                <c:pt idx="42">
                  <c:v>-0.20702545375699999</c:v>
                </c:pt>
                <c:pt idx="43">
                  <c:v>-0.16508391653000001</c:v>
                </c:pt>
                <c:pt idx="44">
                  <c:v>-0.162021409723</c:v>
                </c:pt>
                <c:pt idx="45">
                  <c:v>-0.110543090665</c:v>
                </c:pt>
                <c:pt idx="46">
                  <c:v>3.7402976282399997E-2</c:v>
                </c:pt>
                <c:pt idx="47">
                  <c:v>-0.23994873348500001</c:v>
                </c:pt>
                <c:pt idx="48">
                  <c:v>-0.25671349539100002</c:v>
                </c:pt>
                <c:pt idx="49">
                  <c:v>0.11772159649</c:v>
                </c:pt>
                <c:pt idx="50">
                  <c:v>-0.17022571801</c:v>
                </c:pt>
                <c:pt idx="51">
                  <c:v>-0.200704970963</c:v>
                </c:pt>
                <c:pt idx="52">
                  <c:v>0.30119094869800001</c:v>
                </c:pt>
                <c:pt idx="53">
                  <c:v>-3.4843271126099999E-4</c:v>
                </c:pt>
                <c:pt idx="54">
                  <c:v>-0.26100704287799997</c:v>
                </c:pt>
                <c:pt idx="55">
                  <c:v>-0.20550050297700001</c:v>
                </c:pt>
                <c:pt idx="56">
                  <c:v>0.19510652790999999</c:v>
                </c:pt>
                <c:pt idx="57">
                  <c:v>0.22662134780400001</c:v>
                </c:pt>
                <c:pt idx="58">
                  <c:v>0.121955875199</c:v>
                </c:pt>
                <c:pt idx="59">
                  <c:v>2.77937197641E-2</c:v>
                </c:pt>
                <c:pt idx="60">
                  <c:v>0.102902565504</c:v>
                </c:pt>
                <c:pt idx="61">
                  <c:v>-0.126681042598</c:v>
                </c:pt>
                <c:pt idx="62">
                  <c:v>0.12739954386800001</c:v>
                </c:pt>
                <c:pt idx="63">
                  <c:v>0.42179287824799999</c:v>
                </c:pt>
                <c:pt idx="64">
                  <c:v>-5.8641924842099999E-2</c:v>
                </c:pt>
                <c:pt idx="65">
                  <c:v>0.30778778191099998</c:v>
                </c:pt>
                <c:pt idx="66">
                  <c:v>-2.0124656380100001E-2</c:v>
                </c:pt>
                <c:pt idx="67">
                  <c:v>-8.7523083175400002E-2</c:v>
                </c:pt>
                <c:pt idx="68">
                  <c:v>0.13449401421599999</c:v>
                </c:pt>
                <c:pt idx="69">
                  <c:v>0.101467818886</c:v>
                </c:pt>
                <c:pt idx="70">
                  <c:v>0.270762876308</c:v>
                </c:pt>
                <c:pt idx="71">
                  <c:v>-8.4129236511100006E-2</c:v>
                </c:pt>
                <c:pt idx="72">
                  <c:v>1.3333488237E-2</c:v>
                </c:pt>
                <c:pt idx="73">
                  <c:v>-0.10283995049399999</c:v>
                </c:pt>
                <c:pt idx="74">
                  <c:v>0.156113295613</c:v>
                </c:pt>
                <c:pt idx="75">
                  <c:v>-0.117753681008</c:v>
                </c:pt>
                <c:pt idx="76">
                  <c:v>-0.16934674140799999</c:v>
                </c:pt>
                <c:pt idx="77">
                  <c:v>-0.30296949692000003</c:v>
                </c:pt>
                <c:pt idx="78">
                  <c:v>-8.8083097629900006E-2</c:v>
                </c:pt>
                <c:pt idx="79">
                  <c:v>0.157132183141</c:v>
                </c:pt>
                <c:pt idx="80">
                  <c:v>0.12192808645</c:v>
                </c:pt>
                <c:pt idx="81">
                  <c:v>0.162353939118</c:v>
                </c:pt>
                <c:pt idx="82">
                  <c:v>-9.9850177877799998E-2</c:v>
                </c:pt>
                <c:pt idx="83">
                  <c:v>0.34012761512700002</c:v>
                </c:pt>
                <c:pt idx="84">
                  <c:v>-0.19344568118800001</c:v>
                </c:pt>
                <c:pt idx="85">
                  <c:v>0.12137003108199999</c:v>
                </c:pt>
                <c:pt idx="86">
                  <c:v>-0.24421570291700001</c:v>
                </c:pt>
                <c:pt idx="87">
                  <c:v>-0.22405498169099999</c:v>
                </c:pt>
                <c:pt idx="88">
                  <c:v>4.1798179189900003E-2</c:v>
                </c:pt>
                <c:pt idx="89">
                  <c:v>-0.101658493382</c:v>
                </c:pt>
                <c:pt idx="90">
                  <c:v>-7.3018457055499999E-3</c:v>
                </c:pt>
                <c:pt idx="91">
                  <c:v>8.33735057552E-2</c:v>
                </c:pt>
                <c:pt idx="92">
                  <c:v>0.106153464859</c:v>
                </c:pt>
                <c:pt idx="93">
                  <c:v>-0.307681721006</c:v>
                </c:pt>
                <c:pt idx="94">
                  <c:v>0.39440109174400001</c:v>
                </c:pt>
                <c:pt idx="95">
                  <c:v>0.14713984096999999</c:v>
                </c:pt>
                <c:pt idx="96">
                  <c:v>7.9767302763300005E-2</c:v>
                </c:pt>
                <c:pt idx="97">
                  <c:v>-0.14607671254400001</c:v>
                </c:pt>
                <c:pt idx="98">
                  <c:v>-6.8087024479599995E-2</c:v>
                </c:pt>
                <c:pt idx="99">
                  <c:v>0.21788326167700001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6A-4A49-9198-1FEFCB0A5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"/>
          <c:min val="-5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PC2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5"/>
          <c:min val="-5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PC1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Original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8193AB"/>
              </a:solidFill>
              <a:ln w="0">
                <a:noFill/>
              </a:ln>
            </c:spPr>
          </c:marker>
          <c:xVal>
            <c:numRef>
              <c:f>'Chart Data'!$A$2:$A$61</c:f>
              <c:numCache>
                <c:formatCode>General</c:formatCode>
                <c:ptCount val="60"/>
                <c:pt idx="0">
                  <c:v>-0.40536820705600002</c:v>
                </c:pt>
                <c:pt idx="1">
                  <c:v>1.18372212207</c:v>
                </c:pt>
                <c:pt idx="2">
                  <c:v>-0.51590744669900002</c:v>
                </c:pt>
                <c:pt idx="3">
                  <c:v>0.70899191829700003</c:v>
                </c:pt>
                <c:pt idx="4">
                  <c:v>0.617078650811</c:v>
                </c:pt>
                <c:pt idx="5">
                  <c:v>1.9883071915499999</c:v>
                </c:pt>
                <c:pt idx="6">
                  <c:v>-0.77908070564999998</c:v>
                </c:pt>
                <c:pt idx="7">
                  <c:v>1.09010124179</c:v>
                </c:pt>
                <c:pt idx="8">
                  <c:v>-0.398011998729</c:v>
                </c:pt>
                <c:pt idx="9">
                  <c:v>-0.51267550790500005</c:v>
                </c:pt>
                <c:pt idx="10">
                  <c:v>0.98584919265899995</c:v>
                </c:pt>
                <c:pt idx="11">
                  <c:v>-0.52025519155099997</c:v>
                </c:pt>
                <c:pt idx="12">
                  <c:v>0.24311871965500001</c:v>
                </c:pt>
                <c:pt idx="13">
                  <c:v>0.98671040956599998</c:v>
                </c:pt>
                <c:pt idx="14">
                  <c:v>0.73645585683199999</c:v>
                </c:pt>
                <c:pt idx="15">
                  <c:v>0.57408065810099995</c:v>
                </c:pt>
                <c:pt idx="16">
                  <c:v>-1.51420855832</c:v>
                </c:pt>
                <c:pt idx="17">
                  <c:v>-0.66947204440700003</c:v>
                </c:pt>
                <c:pt idx="18">
                  <c:v>0.357674814226</c:v>
                </c:pt>
                <c:pt idx="19">
                  <c:v>-0.42894907907300001</c:v>
                </c:pt>
                <c:pt idx="20">
                  <c:v>-1.7419686969699999</c:v>
                </c:pt>
                <c:pt idx="21">
                  <c:v>0.432261640625</c:v>
                </c:pt>
                <c:pt idx="22">
                  <c:v>1.0523160362299999</c:v>
                </c:pt>
                <c:pt idx="23">
                  <c:v>-0.480829086633</c:v>
                </c:pt>
                <c:pt idx="24">
                  <c:v>0.81107517430099996</c:v>
                </c:pt>
                <c:pt idx="25">
                  <c:v>-1.6543775587</c:v>
                </c:pt>
                <c:pt idx="26">
                  <c:v>-0.66606368472300004</c:v>
                </c:pt>
                <c:pt idx="27">
                  <c:v>0.45310084127</c:v>
                </c:pt>
                <c:pt idx="28">
                  <c:v>-0.31494442212700002</c:v>
                </c:pt>
                <c:pt idx="29">
                  <c:v>0.53650618264899996</c:v>
                </c:pt>
                <c:pt idx="30">
                  <c:v>0.23259532746299999</c:v>
                </c:pt>
                <c:pt idx="31">
                  <c:v>-0.46335283462400001</c:v>
                </c:pt>
                <c:pt idx="32">
                  <c:v>-0.94165228299299997</c:v>
                </c:pt>
                <c:pt idx="33">
                  <c:v>-0.413534604187</c:v>
                </c:pt>
                <c:pt idx="34">
                  <c:v>0.69006454848099996</c:v>
                </c:pt>
                <c:pt idx="35">
                  <c:v>0.65815463020499998</c:v>
                </c:pt>
                <c:pt idx="36">
                  <c:v>-0.40432623304300003</c:v>
                </c:pt>
                <c:pt idx="37">
                  <c:v>-2.1817449349700002</c:v>
                </c:pt>
                <c:pt idx="38">
                  <c:v>-1.64732265508</c:v>
                </c:pt>
                <c:pt idx="39">
                  <c:v>8.1241070763200002E-2</c:v>
                </c:pt>
                <c:pt idx="40">
                  <c:v>0.17982564791</c:v>
                </c:pt>
                <c:pt idx="41">
                  <c:v>-1.8541273386399999E-2</c:v>
                </c:pt>
                <c:pt idx="42">
                  <c:v>-0.95502055917299999</c:v>
                </c:pt>
                <c:pt idx="43">
                  <c:v>-1.0234376734599999</c:v>
                </c:pt>
                <c:pt idx="44">
                  <c:v>0.19242961596499999</c:v>
                </c:pt>
                <c:pt idx="45">
                  <c:v>0.56280941725900002</c:v>
                </c:pt>
                <c:pt idx="46">
                  <c:v>-1.1070815600999999</c:v>
                </c:pt>
                <c:pt idx="47">
                  <c:v>-9.35464651614E-2</c:v>
                </c:pt>
                <c:pt idx="48">
                  <c:v>0.28004721859499998</c:v>
                </c:pt>
                <c:pt idx="49">
                  <c:v>1.52318552089</c:v>
                </c:pt>
                <c:pt idx="50">
                  <c:v>-0.89274509103900002</c:v>
                </c:pt>
                <c:pt idx="51">
                  <c:v>0.791096237757</c:v>
                </c:pt>
                <c:pt idx="52">
                  <c:v>1.0031934905</c:v>
                </c:pt>
                <c:pt idx="53">
                  <c:v>1.01545600855</c:v>
                </c:pt>
                <c:pt idx="54">
                  <c:v>-0.94853863406399996</c:v>
                </c:pt>
                <c:pt idx="55">
                  <c:v>-0.87912455566100001</c:v>
                </c:pt>
                <c:pt idx="56">
                  <c:v>0.58000636028200003</c:v>
                </c:pt>
                <c:pt idx="57">
                  <c:v>-1.80004041528</c:v>
                </c:pt>
                <c:pt idx="58">
                  <c:v>0.67902085373200005</c:v>
                </c:pt>
                <c:pt idx="59">
                  <c:v>3.1456453617700002</c:v>
                </c:pt>
              </c:numCache>
            </c:numRef>
          </c:xVal>
          <c:yVal>
            <c:numRef>
              <c:f>'Chart Data'!$B$2:$B$61</c:f>
              <c:numCache>
                <c:formatCode>0.0</c:formatCode>
                <c:ptCount val="60"/>
                <c:pt idx="0">
                  <c:v>7.3427671888599999E-2</c:v>
                </c:pt>
                <c:pt idx="1">
                  <c:v>1.5263120129300001</c:v>
                </c:pt>
                <c:pt idx="2">
                  <c:v>-0.34226145990700002</c:v>
                </c:pt>
                <c:pt idx="3">
                  <c:v>0.50916840464500002</c:v>
                </c:pt>
                <c:pt idx="4">
                  <c:v>0.34262781944600001</c:v>
                </c:pt>
                <c:pt idx="5">
                  <c:v>2.7082912564199999</c:v>
                </c:pt>
                <c:pt idx="6">
                  <c:v>-0.260462614609</c:v>
                </c:pt>
                <c:pt idx="7">
                  <c:v>0.308904663174</c:v>
                </c:pt>
                <c:pt idx="8">
                  <c:v>0.219347561326</c:v>
                </c:pt>
                <c:pt idx="9">
                  <c:v>-1.2017428079600001</c:v>
                </c:pt>
                <c:pt idx="10">
                  <c:v>0.68824946704699996</c:v>
                </c:pt>
                <c:pt idx="11">
                  <c:v>-0.85056071579400006</c:v>
                </c:pt>
                <c:pt idx="12">
                  <c:v>7.6709602753700007E-2</c:v>
                </c:pt>
                <c:pt idx="13">
                  <c:v>0.96442596608499997</c:v>
                </c:pt>
                <c:pt idx="14">
                  <c:v>0.798576449779</c:v>
                </c:pt>
                <c:pt idx="15">
                  <c:v>0.118447132745</c:v>
                </c:pt>
                <c:pt idx="16">
                  <c:v>-1.5676781799099999</c:v>
                </c:pt>
                <c:pt idx="17">
                  <c:v>-0.27957293005900002</c:v>
                </c:pt>
                <c:pt idx="18">
                  <c:v>-0.88474708815400005</c:v>
                </c:pt>
                <c:pt idx="19">
                  <c:v>-1.3748432722699999</c:v>
                </c:pt>
                <c:pt idx="20">
                  <c:v>-1.8277781505499999</c:v>
                </c:pt>
                <c:pt idx="21">
                  <c:v>-1.28631483029E-2</c:v>
                </c:pt>
                <c:pt idx="22">
                  <c:v>0.55255790730999998</c:v>
                </c:pt>
                <c:pt idx="23">
                  <c:v>-0.20528574015600001</c:v>
                </c:pt>
                <c:pt idx="24">
                  <c:v>1.11098399279</c:v>
                </c:pt>
                <c:pt idx="25">
                  <c:v>-1.03527942276</c:v>
                </c:pt>
                <c:pt idx="26">
                  <c:v>-1.2536259330599999</c:v>
                </c:pt>
                <c:pt idx="27">
                  <c:v>-7.7638015691699994E-2</c:v>
                </c:pt>
                <c:pt idx="28">
                  <c:v>-0.54090059004400004</c:v>
                </c:pt>
                <c:pt idx="29">
                  <c:v>0.88327295993199995</c:v>
                </c:pt>
                <c:pt idx="30">
                  <c:v>0.82230525971299995</c:v>
                </c:pt>
                <c:pt idx="31">
                  <c:v>-0.25373233028300002</c:v>
                </c:pt>
                <c:pt idx="32">
                  <c:v>-1.5754233908999999</c:v>
                </c:pt>
                <c:pt idx="33">
                  <c:v>-0.53341312491899995</c:v>
                </c:pt>
                <c:pt idx="34">
                  <c:v>0.41664807843500001</c:v>
                </c:pt>
                <c:pt idx="35">
                  <c:v>0.84763715740699996</c:v>
                </c:pt>
                <c:pt idx="36">
                  <c:v>-0.44297184640699999</c:v>
                </c:pt>
                <c:pt idx="37">
                  <c:v>-1.39765187278</c:v>
                </c:pt>
                <c:pt idx="38">
                  <c:v>-1.1439492603999999</c:v>
                </c:pt>
                <c:pt idx="39">
                  <c:v>0.85045703310499998</c:v>
                </c:pt>
                <c:pt idx="40">
                  <c:v>-0.92956690528200003</c:v>
                </c:pt>
                <c:pt idx="41">
                  <c:v>-0.68386819522700004</c:v>
                </c:pt>
                <c:pt idx="42">
                  <c:v>-0.99528626509899998</c:v>
                </c:pt>
                <c:pt idx="43">
                  <c:v>-0.96232571018599999</c:v>
                </c:pt>
                <c:pt idx="44">
                  <c:v>1.6914423351700001</c:v>
                </c:pt>
                <c:pt idx="45">
                  <c:v>0.44378023914800002</c:v>
                </c:pt>
                <c:pt idx="46">
                  <c:v>-0.109496756096</c:v>
                </c:pt>
                <c:pt idx="47">
                  <c:v>0.31707040800699998</c:v>
                </c:pt>
                <c:pt idx="48">
                  <c:v>0.29048377353100002</c:v>
                </c:pt>
                <c:pt idx="49">
                  <c:v>2.00653597694</c:v>
                </c:pt>
                <c:pt idx="50">
                  <c:v>-1.25182874624</c:v>
                </c:pt>
                <c:pt idx="51">
                  <c:v>-0.247970887004</c:v>
                </c:pt>
                <c:pt idx="52">
                  <c:v>0.86944585380600004</c:v>
                </c:pt>
                <c:pt idx="53">
                  <c:v>2.2149622516499998</c:v>
                </c:pt>
                <c:pt idx="54">
                  <c:v>-0.36660332957000002</c:v>
                </c:pt>
                <c:pt idx="55">
                  <c:v>0.10420883219</c:v>
                </c:pt>
                <c:pt idx="56">
                  <c:v>0.86043704483299999</c:v>
                </c:pt>
                <c:pt idx="57">
                  <c:v>-1.3113505782399999</c:v>
                </c:pt>
                <c:pt idx="58">
                  <c:v>6.6233312000800001E-2</c:v>
                </c:pt>
                <c:pt idx="59">
                  <c:v>1.23772884364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9C8-42CD-B65C-E67A4B0F0B4E}"/>
            </c:ext>
          </c:extLst>
        </c:ser>
        <c:ser>
          <c:idx val="1"/>
          <c:order val="1"/>
          <c:tx>
            <c:v>Reconstrução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-0.16597026758399999</c:v>
                </c:pt>
                <c:pt idx="1">
                  <c:v>1.3550170674999999</c:v>
                </c:pt>
                <c:pt idx="2">
                  <c:v>-0.42908445330299999</c:v>
                </c:pt>
                <c:pt idx="3">
                  <c:v>0.60908016147099997</c:v>
                </c:pt>
                <c:pt idx="4">
                  <c:v>0.47985323512799999</c:v>
                </c:pt>
                <c:pt idx="5">
                  <c:v>2.3482992239899998</c:v>
                </c:pt>
                <c:pt idx="6">
                  <c:v>-0.51977166012999998</c:v>
                </c:pt>
                <c:pt idx="7">
                  <c:v>0.69950295248200001</c:v>
                </c:pt>
                <c:pt idx="8">
                  <c:v>-8.9332218701600005E-2</c:v>
                </c:pt>
                <c:pt idx="9">
                  <c:v>-0.85720915793100005</c:v>
                </c:pt>
                <c:pt idx="10">
                  <c:v>0.83704932985299996</c:v>
                </c:pt>
                <c:pt idx="11">
                  <c:v>-0.685407953673</c:v>
                </c:pt>
                <c:pt idx="12">
                  <c:v>0.15991416120400001</c:v>
                </c:pt>
                <c:pt idx="13">
                  <c:v>0.97556818782499999</c:v>
                </c:pt>
                <c:pt idx="14">
                  <c:v>0.76751615330599998</c:v>
                </c:pt>
                <c:pt idx="15">
                  <c:v>0.34626389542300001</c:v>
                </c:pt>
                <c:pt idx="16">
                  <c:v>-1.5409433691200001</c:v>
                </c:pt>
                <c:pt idx="17">
                  <c:v>-0.474522487233</c:v>
                </c:pt>
                <c:pt idx="18">
                  <c:v>-0.26353613696400002</c:v>
                </c:pt>
                <c:pt idx="19">
                  <c:v>-0.90189617567199998</c:v>
                </c:pt>
                <c:pt idx="20">
                  <c:v>-1.7848734237599999</c:v>
                </c:pt>
                <c:pt idx="21">
                  <c:v>0.209699246161</c:v>
                </c:pt>
                <c:pt idx="22">
                  <c:v>0.80243697176999995</c:v>
                </c:pt>
                <c:pt idx="23">
                  <c:v>-0.34305741339399998</c:v>
                </c:pt>
                <c:pt idx="24">
                  <c:v>0.96102958354599999</c:v>
                </c:pt>
                <c:pt idx="25">
                  <c:v>-1.3448284907300001</c:v>
                </c:pt>
                <c:pt idx="26">
                  <c:v>-0.95984480889099999</c:v>
                </c:pt>
                <c:pt idx="27">
                  <c:v>0.18773141278899999</c:v>
                </c:pt>
                <c:pt idx="28">
                  <c:v>-0.42792250608600002</c:v>
                </c:pt>
                <c:pt idx="29">
                  <c:v>0.70988957129100005</c:v>
                </c:pt>
                <c:pt idx="30">
                  <c:v>0.527450293588</c:v>
                </c:pt>
                <c:pt idx="31">
                  <c:v>-0.35854258245300002</c:v>
                </c:pt>
                <c:pt idx="32">
                  <c:v>-1.25853783694</c:v>
                </c:pt>
                <c:pt idx="33">
                  <c:v>-0.473473864553</c:v>
                </c:pt>
                <c:pt idx="34">
                  <c:v>0.55335631345799996</c:v>
                </c:pt>
                <c:pt idx="35">
                  <c:v>0.75289589380599997</c:v>
                </c:pt>
                <c:pt idx="36">
                  <c:v>-0.42364903972500001</c:v>
                </c:pt>
                <c:pt idx="37">
                  <c:v>-1.7896984038699999</c:v>
                </c:pt>
                <c:pt idx="38">
                  <c:v>-1.3956359577399999</c:v>
                </c:pt>
                <c:pt idx="39">
                  <c:v>0.465849051934</c:v>
                </c:pt>
                <c:pt idx="40">
                  <c:v>-0.37487062868600002</c:v>
                </c:pt>
                <c:pt idx="41">
                  <c:v>-0.351204734307</c:v>
                </c:pt>
                <c:pt idx="42">
                  <c:v>-0.97515341213600004</c:v>
                </c:pt>
                <c:pt idx="43">
                  <c:v>-0.99288169182200003</c:v>
                </c:pt>
                <c:pt idx="44">
                  <c:v>0.94193597556700004</c:v>
                </c:pt>
                <c:pt idx="45">
                  <c:v>0.50329482820399996</c:v>
                </c:pt>
                <c:pt idx="46">
                  <c:v>-0.60828915809600004</c:v>
                </c:pt>
                <c:pt idx="47">
                  <c:v>0.111761971423</c:v>
                </c:pt>
                <c:pt idx="48">
                  <c:v>0.285265496063</c:v>
                </c:pt>
                <c:pt idx="49">
                  <c:v>1.7648607489200001</c:v>
                </c:pt>
                <c:pt idx="50">
                  <c:v>-1.0722869186399999</c:v>
                </c:pt>
                <c:pt idx="51">
                  <c:v>0.27156267537700002</c:v>
                </c:pt>
                <c:pt idx="52">
                  <c:v>0.93631967215300005</c:v>
                </c:pt>
                <c:pt idx="53">
                  <c:v>1.6152091301</c:v>
                </c:pt>
                <c:pt idx="54">
                  <c:v>-0.65757098181700002</c:v>
                </c:pt>
                <c:pt idx="55">
                  <c:v>-0.38745786173500002</c:v>
                </c:pt>
                <c:pt idx="56">
                  <c:v>0.72022170255700002</c:v>
                </c:pt>
                <c:pt idx="57">
                  <c:v>-1.5556954967600001</c:v>
                </c:pt>
                <c:pt idx="58">
                  <c:v>0.37262708286599999</c:v>
                </c:pt>
                <c:pt idx="59">
                  <c:v>2.19168710271</c:v>
                </c:pt>
              </c:numCache>
            </c:numRef>
          </c:xVal>
          <c:yVal>
            <c:numRef>
              <c:f>'Chart Data'!$D$2:$D$61</c:f>
              <c:numCache>
                <c:formatCode>0.0</c:formatCode>
                <c:ptCount val="60"/>
                <c:pt idx="0">
                  <c:v>-0.16597026758399999</c:v>
                </c:pt>
                <c:pt idx="1">
                  <c:v>1.3550170674999999</c:v>
                </c:pt>
                <c:pt idx="2">
                  <c:v>-0.42908445330299999</c:v>
                </c:pt>
                <c:pt idx="3">
                  <c:v>0.60908016147099997</c:v>
                </c:pt>
                <c:pt idx="4">
                  <c:v>0.47985323512799999</c:v>
                </c:pt>
                <c:pt idx="5">
                  <c:v>2.3482992239899998</c:v>
                </c:pt>
                <c:pt idx="6">
                  <c:v>-0.51977166012999998</c:v>
                </c:pt>
                <c:pt idx="7">
                  <c:v>0.69950295248200001</c:v>
                </c:pt>
                <c:pt idx="8">
                  <c:v>-8.9332218701600005E-2</c:v>
                </c:pt>
                <c:pt idx="9">
                  <c:v>-0.85720915793100005</c:v>
                </c:pt>
                <c:pt idx="10">
                  <c:v>0.83704932985299996</c:v>
                </c:pt>
                <c:pt idx="11">
                  <c:v>-0.685407953673</c:v>
                </c:pt>
                <c:pt idx="12">
                  <c:v>0.15991416120400001</c:v>
                </c:pt>
                <c:pt idx="13">
                  <c:v>0.97556818782499999</c:v>
                </c:pt>
                <c:pt idx="14">
                  <c:v>0.76751615330599998</c:v>
                </c:pt>
                <c:pt idx="15">
                  <c:v>0.34626389542300001</c:v>
                </c:pt>
                <c:pt idx="16">
                  <c:v>-1.5409433691200001</c:v>
                </c:pt>
                <c:pt idx="17">
                  <c:v>-0.474522487233</c:v>
                </c:pt>
                <c:pt idx="18">
                  <c:v>-0.26353613696400002</c:v>
                </c:pt>
                <c:pt idx="19">
                  <c:v>-0.90189617567199998</c:v>
                </c:pt>
                <c:pt idx="20">
                  <c:v>-1.7848734237599999</c:v>
                </c:pt>
                <c:pt idx="21">
                  <c:v>0.209699246161</c:v>
                </c:pt>
                <c:pt idx="22">
                  <c:v>0.80243697176999995</c:v>
                </c:pt>
                <c:pt idx="23">
                  <c:v>-0.34305741339399998</c:v>
                </c:pt>
                <c:pt idx="24">
                  <c:v>0.96102958354599999</c:v>
                </c:pt>
                <c:pt idx="25">
                  <c:v>-1.3448284907300001</c:v>
                </c:pt>
                <c:pt idx="26">
                  <c:v>-0.95984480889099999</c:v>
                </c:pt>
                <c:pt idx="27">
                  <c:v>0.18773141278899999</c:v>
                </c:pt>
                <c:pt idx="28">
                  <c:v>-0.42792250608600002</c:v>
                </c:pt>
                <c:pt idx="29">
                  <c:v>0.70988957129100005</c:v>
                </c:pt>
                <c:pt idx="30">
                  <c:v>0.527450293588</c:v>
                </c:pt>
                <c:pt idx="31">
                  <c:v>-0.35854258245300002</c:v>
                </c:pt>
                <c:pt idx="32">
                  <c:v>-1.25853783694</c:v>
                </c:pt>
                <c:pt idx="33">
                  <c:v>-0.473473864553</c:v>
                </c:pt>
                <c:pt idx="34">
                  <c:v>0.55335631345799996</c:v>
                </c:pt>
                <c:pt idx="35">
                  <c:v>0.75289589380599997</c:v>
                </c:pt>
                <c:pt idx="36">
                  <c:v>-0.42364903972500001</c:v>
                </c:pt>
                <c:pt idx="37">
                  <c:v>-1.7896984038699999</c:v>
                </c:pt>
                <c:pt idx="38">
                  <c:v>-1.3956359577399999</c:v>
                </c:pt>
                <c:pt idx="39">
                  <c:v>0.465849051934</c:v>
                </c:pt>
                <c:pt idx="40">
                  <c:v>-0.37487062868600002</c:v>
                </c:pt>
                <c:pt idx="41">
                  <c:v>-0.351204734307</c:v>
                </c:pt>
                <c:pt idx="42">
                  <c:v>-0.97515341213600004</c:v>
                </c:pt>
                <c:pt idx="43">
                  <c:v>-0.99288169182200003</c:v>
                </c:pt>
                <c:pt idx="44">
                  <c:v>0.94193597556700004</c:v>
                </c:pt>
                <c:pt idx="45">
                  <c:v>0.50329482820399996</c:v>
                </c:pt>
                <c:pt idx="46">
                  <c:v>-0.60828915809600004</c:v>
                </c:pt>
                <c:pt idx="47">
                  <c:v>0.111761971423</c:v>
                </c:pt>
                <c:pt idx="48">
                  <c:v>0.285265496063</c:v>
                </c:pt>
                <c:pt idx="49">
                  <c:v>1.7648607489200001</c:v>
                </c:pt>
                <c:pt idx="50">
                  <c:v>-1.0722869186399999</c:v>
                </c:pt>
                <c:pt idx="51">
                  <c:v>0.27156267537700002</c:v>
                </c:pt>
                <c:pt idx="52">
                  <c:v>0.93631967215300005</c:v>
                </c:pt>
                <c:pt idx="53">
                  <c:v>1.6152091301</c:v>
                </c:pt>
                <c:pt idx="54">
                  <c:v>-0.65757098181700002</c:v>
                </c:pt>
                <c:pt idx="55">
                  <c:v>-0.38745786173500002</c:v>
                </c:pt>
                <c:pt idx="56">
                  <c:v>0.72022170255700002</c:v>
                </c:pt>
                <c:pt idx="57">
                  <c:v>-1.5556954967600001</c:v>
                </c:pt>
                <c:pt idx="58">
                  <c:v>0.37262708286599999</c:v>
                </c:pt>
                <c:pt idx="59">
                  <c:v>2.19168710271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9C8-42CD-B65C-E67A4B0F0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z₂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z₁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Variância</c:v>
          </c:tx>
          <c:spPr>
            <a:solidFill>
              <a:srgbClr val="83DF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55.465186400599997</c:v>
                </c:pt>
                <c:pt idx="1">
                  <c:v>41.100343989000002</c:v>
                </c:pt>
                <c:pt idx="2">
                  <c:v>2.2543245122400002</c:v>
                </c:pt>
                <c:pt idx="3">
                  <c:v>0.61928168227299996</c:v>
                </c:pt>
                <c:pt idx="4">
                  <c:v>0.56086341587800004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DCC-4608-B308-016272959A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Variância explicada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Referência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0.0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E58-49F7-BE03-81CE617B2975}"/>
            </c:ext>
          </c:extLst>
        </c:ser>
        <c:ser>
          <c:idx val="1"/>
          <c:order val="1"/>
          <c:tx>
            <c:v>Valores ocultados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FFAD62"/>
              </a:solidFill>
              <a:ln w="0">
                <a:noFill/>
              </a:ln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22</c:v>
                </c:pt>
                <c:pt idx="1">
                  <c:v>35</c:v>
                </c:pt>
                <c:pt idx="2">
                  <c:v>55</c:v>
                </c:pt>
                <c:pt idx="3">
                  <c:v>43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43</c:v>
                </c:pt>
                <c:pt idx="10">
                  <c:v>43</c:v>
                </c:pt>
                <c:pt idx="11">
                  <c:v>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E58-49F7-BE03-81CE617B2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2"/>
          <c:min val="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Observado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0.0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065-411E-8597-A9C08826FB88}"/>
            </c:ext>
          </c:extLst>
        </c:ser>
        <c:ser>
          <c:idx val="1"/>
          <c:order val="1"/>
          <c:tx>
            <c:v>Preenchido</c:v>
          </c:tx>
          <c:spPr>
            <a:ln w="23813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11</c:v>
                </c:pt>
                <c:pt idx="1">
                  <c:v>11</c:v>
                </c:pt>
                <c:pt idx="2">
                  <c:v>15</c:v>
                </c:pt>
                <c:pt idx="3">
                  <c:v>13</c:v>
                </c:pt>
                <c:pt idx="4">
                  <c:v>24</c:v>
                </c:pt>
                <c:pt idx="5">
                  <c:v>32</c:v>
                </c:pt>
                <c:pt idx="6">
                  <c:v>59</c:v>
                </c:pt>
                <c:pt idx="7">
                  <c:v>41</c:v>
                </c:pt>
                <c:pt idx="8">
                  <c:v>31</c:v>
                </c:pt>
                <c:pt idx="9">
                  <c:v>21</c:v>
                </c:pt>
                <c:pt idx="10">
                  <c:v>20</c:v>
                </c:pt>
                <c:pt idx="11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065-411E-8597-A9C08826FB88}"/>
            </c:ext>
          </c:extLst>
        </c:ser>
        <c:ser>
          <c:idx val="2"/>
          <c:order val="2"/>
          <c:tx>
            <c:v>Erro no pico</c:v>
          </c:tx>
          <c:spPr>
            <a:ln w="23813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Data'!$E$2:$E$13</c:f>
              <c:numCache>
                <c:formatCode>General</c:formatCode>
                <c:ptCount val="12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</c:numCache>
            </c:numRef>
          </c:xVal>
          <c:yVal>
            <c:numRef>
              <c:f>'Chart Data'!$F$2:$F$13</c:f>
              <c:numCache>
                <c:formatCode>0.0</c:formatCode>
                <c:ptCount val="12"/>
                <c:pt idx="0">
                  <c:v>55</c:v>
                </c:pt>
                <c:pt idx="1">
                  <c:v>59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59</c:v>
                </c:pt>
                <c:pt idx="10">
                  <c:v>59</c:v>
                </c:pt>
                <c:pt idx="11">
                  <c:v>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065-411E-8597-A9C08826F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2"/>
          <c:min val="1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Erro distribuído</c:v>
          </c:tx>
          <c:spPr>
            <a:solidFill>
              <a:srgbClr val="83DF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34-4753-AEBA-6CBB771FE400}"/>
            </c:ext>
          </c:extLst>
        </c:ser>
        <c:ser>
          <c:idx val="1"/>
          <c:order val="1"/>
          <c:tx>
            <c:v>Erro concentrado</c:v>
          </c:tx>
          <c:spPr>
            <a:solidFill>
              <a:srgbClr val="FFAD6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234-4753-AEBA-6CBB771FE4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Erro absoluto (m³/s)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Erro distribuído</c:v>
          </c:tx>
          <c:spPr>
            <a:solidFill>
              <a:srgbClr val="83DF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389-4ED4-80F0-660B66F6C67E}"/>
            </c:ext>
          </c:extLst>
        </c:ser>
        <c:ser>
          <c:idx val="1"/>
          <c:order val="1"/>
          <c:tx>
            <c:v>Erro concentrado</c:v>
          </c:tx>
          <c:spPr>
            <a:solidFill>
              <a:srgbClr val="FFAD6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389-4ED4-80F0-660B66F6C6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Erro ao quadrado (m⁶/s²)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FFFFFF"/>
              </a:solidFill>
              <a:latin typeface="JetBrains Mono"/>
              <a:ea typeface="JetBrains Mono"/>
              <a:cs typeface="JetBrains Mono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Erro percentual</c:v>
          </c:tx>
          <c:spPr>
            <a:solidFill>
              <a:srgbClr val="FFAD6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0,1</c:v>
                </c:pt>
                <c:pt idx="1">
                  <c:v>1</c:v>
                </c:pt>
                <c:pt idx="2">
                  <c:v>10</c:v>
                </c:pt>
                <c:pt idx="3">
                  <c:v>100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1000</c:v>
                </c:pt>
                <c:pt idx="1">
                  <c:v>100</c:v>
                </c:pt>
                <c:pt idx="2">
                  <c:v>10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D6-4FA9-A839-F6C741FDFE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observada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Erro percentual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PBIAS</c:v>
          </c:tx>
          <c:spPr>
            <a:solidFill>
              <a:srgbClr val="83DF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AD62"/>
              </a:solidFill>
            </c:spPr>
            <c:extLst>
              <c:ext xmlns:c16="http://schemas.microsoft.com/office/drawing/2014/chart" uri="{C3380CC4-5D6E-409C-BE32-E72D297353CC}">
                <c16:uniqueId val="{00000001-4EFA-4FD2-91BD-A0B3D60E70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FA-4FD2-91BD-A0B3D60E7095}"/>
              </c:ext>
            </c:extLst>
          </c:dPt>
          <c:dPt>
            <c:idx val="2"/>
            <c:invertIfNegative val="0"/>
            <c:bubble3D val="0"/>
            <c:spPr>
              <a:solidFill>
                <a:srgbClr val="71E7BD"/>
              </a:solidFill>
            </c:spPr>
            <c:extLst>
              <c:ext xmlns:c16="http://schemas.microsoft.com/office/drawing/2014/chart" uri="{C3380CC4-5D6E-409C-BE32-E72D297353CC}">
                <c16:uniqueId val="{00000005-4EFA-4FD2-91BD-A0B3D60E70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Subestima</c:v>
                </c:pt>
                <c:pt idx="1">
                  <c:v>Superestima</c:v>
                </c:pt>
                <c:pt idx="2">
                  <c:v>Compensa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-20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FA-4FD2-91BD-A0B3D60E70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PBIAS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Observado</c:v>
          </c:tx>
          <c:spPr>
            <a:ln w="25718">
              <a:solidFill>
                <a:srgbClr val="8193AB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D7-404F-B04D-90CFAD109A3F}"/>
            </c:ext>
          </c:extLst>
        </c:ser>
        <c:ser>
          <c:idx val="1"/>
          <c:order val="1"/>
          <c:tx>
            <c:v>Simulado</c:v>
          </c:tx>
          <c:spPr>
            <a:ln w="25718">
              <a:solidFill>
                <a:srgbClr val="83DFFF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11</c:v>
                </c:pt>
                <c:pt idx="1">
                  <c:v>11</c:v>
                </c:pt>
                <c:pt idx="2">
                  <c:v>15</c:v>
                </c:pt>
                <c:pt idx="3">
                  <c:v>13</c:v>
                </c:pt>
                <c:pt idx="4">
                  <c:v>24</c:v>
                </c:pt>
                <c:pt idx="5">
                  <c:v>32</c:v>
                </c:pt>
                <c:pt idx="6">
                  <c:v>59</c:v>
                </c:pt>
                <c:pt idx="7">
                  <c:v>41</c:v>
                </c:pt>
                <c:pt idx="8">
                  <c:v>31</c:v>
                </c:pt>
                <c:pt idx="9">
                  <c:v>21</c:v>
                </c:pt>
                <c:pt idx="10">
                  <c:v>20</c:v>
                </c:pt>
                <c:pt idx="11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D7-404F-B04D-90CFAD109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m³/s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Observado</c:v>
          </c:tx>
          <c:spPr>
            <a:ln w="25718">
              <a:solidFill>
                <a:srgbClr val="8193AB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4-44A7-AE6C-53A83B0331C3}"/>
            </c:ext>
          </c:extLst>
        </c:ser>
        <c:ser>
          <c:idx val="1"/>
          <c:order val="1"/>
          <c:tx>
            <c:v>Simulado</c:v>
          </c:tx>
          <c:spPr>
            <a:ln w="25718">
              <a:solidFill>
                <a:srgbClr val="83DFFF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24.166666666699999</c:v>
                </c:pt>
                <c:pt idx="1">
                  <c:v>24.166666666699999</c:v>
                </c:pt>
                <c:pt idx="2">
                  <c:v>24.166666666699999</c:v>
                </c:pt>
                <c:pt idx="3">
                  <c:v>24.166666666699999</c:v>
                </c:pt>
                <c:pt idx="4">
                  <c:v>24.166666666699999</c:v>
                </c:pt>
                <c:pt idx="5">
                  <c:v>24.166666666699999</c:v>
                </c:pt>
                <c:pt idx="6">
                  <c:v>24.166666666699999</c:v>
                </c:pt>
                <c:pt idx="7">
                  <c:v>24.166666666699999</c:v>
                </c:pt>
                <c:pt idx="8">
                  <c:v>24.166666666699999</c:v>
                </c:pt>
                <c:pt idx="9">
                  <c:v>24.166666666699999</c:v>
                </c:pt>
                <c:pt idx="10">
                  <c:v>24.166666666699999</c:v>
                </c:pt>
                <c:pt idx="11">
                  <c:v>24.166666666699999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04-44A7-AE6C-53A83B033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m³/s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Observado</c:v>
          </c:tx>
          <c:spPr>
            <a:ln w="25718">
              <a:solidFill>
                <a:srgbClr val="8193AB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81-4209-99C4-089430932C81}"/>
            </c:ext>
          </c:extLst>
        </c:ser>
        <c:ser>
          <c:idx val="1"/>
          <c:order val="1"/>
          <c:tx>
            <c:v>Simulado</c:v>
          </c:tx>
          <c:spPr>
            <a:ln w="25718">
              <a:solidFill>
                <a:srgbClr val="FFAD62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0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35</c:v>
                </c:pt>
                <c:pt idx="1">
                  <c:v>37</c:v>
                </c:pt>
                <c:pt idx="2">
                  <c:v>39</c:v>
                </c:pt>
                <c:pt idx="3">
                  <c:v>40</c:v>
                </c:pt>
                <c:pt idx="4">
                  <c:v>47</c:v>
                </c:pt>
                <c:pt idx="5">
                  <c:v>60</c:v>
                </c:pt>
                <c:pt idx="6">
                  <c:v>80</c:v>
                </c:pt>
                <c:pt idx="7">
                  <c:v>68</c:v>
                </c:pt>
                <c:pt idx="8">
                  <c:v>55</c:v>
                </c:pt>
                <c:pt idx="9">
                  <c:v>47</c:v>
                </c:pt>
                <c:pt idx="10">
                  <c:v>43</c:v>
                </c:pt>
                <c:pt idx="11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81-4209-99C4-089430932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Dia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m³/s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1:1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xVal>
          <c:yVal>
            <c:numRef>
              <c:f>'Chart Data'!$B$2:$B$13</c:f>
              <c:numCache>
                <c:formatCode>0.0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7B-4869-853D-85BD575F73DC}"/>
            </c:ext>
          </c:extLst>
        </c:ser>
        <c:ser>
          <c:idx val="1"/>
          <c:order val="1"/>
          <c:tx>
            <c:v>Pares</c:v>
          </c:tx>
          <c:spPr>
            <a:ln w="0">
              <a:noFill/>
            </a:ln>
          </c:spPr>
          <c:marker>
            <c:symbol val="circle"/>
            <c:size val="7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A7B-4869-853D-85BD575F7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Simulado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85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Observado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1:1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xVal>
          <c:yVal>
            <c:numRef>
              <c:f>'Chart Data'!$B$2:$B$13</c:f>
              <c:numCache>
                <c:formatCode>0.0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FD-4370-BABF-7F42EFC88492}"/>
            </c:ext>
          </c:extLst>
        </c:ser>
        <c:ser>
          <c:idx val="1"/>
          <c:order val="1"/>
          <c:tx>
            <c:v>Pares</c:v>
          </c:tx>
          <c:spPr>
            <a:ln w="0">
              <a:noFill/>
            </a:ln>
          </c:spPr>
          <c:marker>
            <c:symbol val="circle"/>
            <c:size val="7"/>
            <c:spPr>
              <a:solidFill>
                <a:srgbClr val="FFAD62"/>
              </a:solidFill>
              <a:ln w="0">
                <a:noFill/>
              </a:ln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35</c:v>
                </c:pt>
                <c:pt idx="1">
                  <c:v>37</c:v>
                </c:pt>
                <c:pt idx="2">
                  <c:v>39</c:v>
                </c:pt>
                <c:pt idx="3">
                  <c:v>40</c:v>
                </c:pt>
                <c:pt idx="4">
                  <c:v>47</c:v>
                </c:pt>
                <c:pt idx="5">
                  <c:v>60</c:v>
                </c:pt>
                <c:pt idx="6">
                  <c:v>80</c:v>
                </c:pt>
                <c:pt idx="7">
                  <c:v>68</c:v>
                </c:pt>
                <c:pt idx="8">
                  <c:v>55</c:v>
                </c:pt>
                <c:pt idx="9">
                  <c:v>47</c:v>
                </c:pt>
                <c:pt idx="10">
                  <c:v>43</c:v>
                </c:pt>
                <c:pt idx="11">
                  <c:v>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CFD-4370-BABF-7F42EFC88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Simulado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85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Observado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1:1</c:v>
          </c:tx>
          <c:spPr>
            <a:ln w="23813">
              <a:solidFill>
                <a:srgbClr val="8193AB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xVal>
          <c:yVal>
            <c:numRef>
              <c:f>'Chart Data'!$B$2:$B$13</c:f>
              <c:numCache>
                <c:formatCode>0.0</c:formatCode>
                <c:ptCount val="12"/>
                <c:pt idx="0">
                  <c:v>0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C9-4992-91D2-ABBF83FFB07A}"/>
            </c:ext>
          </c:extLst>
        </c:ser>
        <c:ser>
          <c:idx val="1"/>
          <c:order val="1"/>
          <c:tx>
            <c:v>Pares</c:v>
          </c:tx>
          <c:spPr>
            <a:ln w="0">
              <a:noFill/>
            </a:ln>
          </c:spPr>
          <c:marker>
            <c:symbol val="circle"/>
            <c:size val="7"/>
            <c:spPr>
              <a:solidFill>
                <a:srgbClr val="83DFFF"/>
              </a:solidFill>
              <a:ln w="0">
                <a:noFill/>
              </a:ln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22</c:v>
                </c:pt>
                <c:pt idx="5">
                  <c:v>35</c:v>
                </c:pt>
                <c:pt idx="6">
                  <c:v>55</c:v>
                </c:pt>
                <c:pt idx="7">
                  <c:v>43</c:v>
                </c:pt>
                <c:pt idx="8">
                  <c:v>30</c:v>
                </c:pt>
                <c:pt idx="9">
                  <c:v>22</c:v>
                </c:pt>
                <c:pt idx="10">
                  <c:v>18</c:v>
                </c:pt>
                <c:pt idx="11">
                  <c:v>14</c:v>
                </c:pt>
              </c:numCache>
            </c:numRef>
          </c:xVal>
          <c:yVal>
            <c:numRef>
              <c:f>'Chart Data'!$D$2:$D$13</c:f>
              <c:numCache>
                <c:formatCode>0.0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  <c:pt idx="5">
                  <c:v>22</c:v>
                </c:pt>
                <c:pt idx="6">
                  <c:v>35</c:v>
                </c:pt>
                <c:pt idx="7">
                  <c:v>55</c:v>
                </c:pt>
                <c:pt idx="8">
                  <c:v>43</c:v>
                </c:pt>
                <c:pt idx="9">
                  <c:v>30</c:v>
                </c:pt>
                <c:pt idx="10">
                  <c:v>22</c:v>
                </c:pt>
                <c:pt idx="11">
                  <c:v>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5C9-4992-91D2-ABBF83FFB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Simulado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85"/>
          <c:min val="0"/>
        </c:scaling>
        <c:delete val="0"/>
        <c:axPos val="b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Observado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R² preditivo</c:v>
          </c:tx>
          <c:spPr>
            <a:solidFill>
              <a:srgbClr val="83DFFF"/>
            </a:solidFill>
          </c:spPr>
          <c:invertIfNegative val="0"/>
          <c:dPt>
            <c:idx val="2"/>
            <c:invertIfNegative val="0"/>
            <c:bubble3D val="0"/>
            <c:spPr>
              <a:solidFill>
                <a:srgbClr val="FFAD62"/>
              </a:solidFill>
            </c:spPr>
            <c:extLst>
              <c:ext xmlns:c16="http://schemas.microsoft.com/office/drawing/2014/chart" uri="{C3380CC4-5D6E-409C-BE32-E72D297353CC}">
                <c16:uniqueId val="{00000001-1AEA-4E0A-B012-3574000B8F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Perfeito</c:v>
                </c:pt>
                <c:pt idx="1">
                  <c:v>Média</c:v>
                </c:pt>
                <c:pt idx="2">
                  <c:v>Viés +25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</c:v>
                </c:pt>
                <c:pt idx="2">
                  <c:v>-2.4986782770999998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EA-4E0A-B012-3574000B8F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4"/>
          <c:min val="-3"/>
        </c:scaling>
        <c:delete val="0"/>
        <c:axPos val="l"/>
        <c:majorGridlines>
          <c:spPr>
            <a:ln w="5715">
              <a:solidFill>
                <a:srgbClr val="263A5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R² preditivo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9525">
            <a:solidFill>
              <a:srgbClr val="8193AB"/>
            </a:solidFill>
          </a:ln>
        </c:spPr>
        <c:txPr>
          <a:bodyPr anchorCtr="1"/>
          <a:lstStyle/>
          <a:p>
            <a:pPr>
              <a:defRPr sz="12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00F2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00F29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F348-EFCF-E770-61EE-99A7FB47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0A858-6217-E4C2-5ABA-E60A38F76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0BB98-3C2D-7567-D3BD-150B3FB96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DA448-FF01-7B0C-4A93-415A47B19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16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18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Contagem ilustrativa, sem associação às estações do arquivo. Valores completos em data.json.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Média global calculada apenas sobre os 16 valores disponíveis. Janela usa dias 5, 6, 7, 12, 13 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 notação dos pontos usa (x,y). A série sintética oferece a referência para mostrar a suavização do 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Regressão KNN é um método não paramétrico baseado nas instâncias de treino. N_k(x) contém os k vizinhos selecionados pela distância. A fórmula usa somas sobre N_k(x). Os pesos inversos deste exemplo são [1,0.5,0.25], soma=1.75. O numerador ponderado é 27.5 m³/s e o resultado é 110/7=15.7142857 m³/s. Pesos uniformes resultam em (10+20+30)/3=20. A classificação KNN usa votação em vez de média. No KNNImputer, os doadores de uma variável são apenas linhas com essa variável observada. Se houver distância zero, a ponderação por distância considera apenas os vizinhos coincidentes e faz a média dos seus valores.</a:t>
            </a:r>
          </a:p>
          <a:p>
            <a:r>
              <a:t>https://scikit-learn.org/stable/modules/neighbors.html</a:t>
            </a:r>
          </a:p>
          <a:p>
            <a:r>
              <a:t>https://scikit-learn.org/stable/modules/generated/sklearn.impute.KNNImputer.html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 é precipitação em mm e T é temperatura em °C. Distância euclidiana antes de padronizar: dA=sqrt(10²+5²)=11.18034; dB=sqrt(30²+1²)=30.01666. Esses números misturam unidades. Com desvios padrão de treino hipotéticos sP=20 mm e sT=1 °C, a diferença dos valores centralizados é Δx/s. Logo dA=sqrt(0.5²+5²)=5.02494 e dB=sqrt(1.5²+1²)=1.80278. O candidato mais próximo muda de A para B. Fórmula com p atributos disponíveis: d(i,l)=sqrt(sum_j (z_ij-z_lj)²). No KNNImputer, a métrica nan_euclidean usa d(i,l)=sqrt[(p/m)sum_{j em O}(z_ij-z_lj)²], com O atributos observados em ambas as linhas e m=|O|. Sem atributos em comum, a distância fica indefinida. Esta reponderação não altera o ranking quando os candidatos têm os mesmos atributos disponíveis. A qualidade dos atributos ainda depende da relevância física.</a:t>
            </a:r>
          </a:p>
          <a:p>
            <a:r>
              <a:t>https://scikit-learn.org/stable/modules/generated/sklearn.preprocessing.StandardScaler.html</a:t>
            </a:r>
          </a:p>
          <a:p>
            <a:r>
              <a:t>https://scikit-learn.org/stable/modules/generated/sklearn.metrics.pairwise.nan_euclidean_distances.html</a:t>
            </a:r>
          </a:p>
          <a:p>
            <a:r>
              <a:t>https://scikit-learn.org/stable/modules/generated/sklearn.impute.KNNImputer.html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três painéis usam as mesmas 20 observações sintéticas, uma variável de entrada e KNeighborsRegressor(weights="uniform") do scikit-learn. A curva subjacente é 10+4x+30 exp(-((x-6)/0.9)²), somada a ruído normal com desvio 4 m³/s, seed=42. A estimativa avalia 121 pontos. k pequeno tende a aumentar a variância e a sensibilidade ao ruído. k grande amplia a vizinhança e pode aumentar o viés, suavizando picos. O exemplo não demonstra que k=5 é ótimo. Escolher k e pesos na validação com falhas artificiais, sem usar o teste. Blocos temporais ajudam a reproduzir a duração real das lacunas. KNN pode tornar-se menos discriminante com muitos atributos irrelevantes.</a:t>
            </a:r>
          </a:p>
          <a:p>
            <a:r>
              <a:t>https://scikit-learn.org/stable/modules/neighbors.html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Os pontos reproduzem TEMP e WIND da tabela original. PRESS é a variável ausente. A distância ilustrativa, sem padronização, segue o exemplo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Coeficientes calculados com np.corrcoef. O terceiro caso é y=x²+ruído, com x simétrico.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Shannon define a entropia de uma variável discreta por H(Y)=-sum_y p(y)log_b p(y), com a convenção 0 log 0 = 0. A base b=2 gera bits. Para Bernoulli, H_b(p)=-p log2 p-(1-p)log2(1-p), máximo 1 bit em p=0.5. A entropia condicional H(Y|X) é a média, sobre X, das entropias de Y dado cada valor de X. I(X;Y)=H(Y)-H(Y|X)=H(X)-H(X|Y). Estas fórmulas se referem a variáveis discretas. Para contínuas, a MI usa densidades e pode ser expressa por integrais ou entropias diferenciais quando bem definidas.</a:t>
            </a:r>
          </a:p>
          <a:p>
            <a:r>
              <a:t>https://web.stanford.edu/class/ee276/files/lectures/lecture2.pdf</a:t>
            </a:r>
          </a:p>
          <a:p>
            <a:r>
              <a:t>https://web.stanford.edu/class/ee376a/files/2017-18/lecture_3.pdf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duas tabelas contêm distribuições conjuntas hipotéticas com as mesmas marginais p(X=seco)=p(X=úmido)=p(Y=baixa)=p(Y=alta)=0.5. Células com p(x,y)=0 contribuem zero à soma. No caso dependente, duas células de probabilidade 0.5 produzem cada uma 0.5 log2(0.5/0.25)=0.5 bit. A MI total é 1 bit e H(Y|X)=0. No caso independente, todas as quatro razões p(x,y)/(p(x)p(y)) são 1, logo a MI é zero e H(Y|X)=H(Y)=1 bit. H(Y) se mantém 1 bit em ambos. A classificação seco/úmido perfeitamente alinhada com a vazão é um exemplo matemático, não um resultado de bacia real. A MI é simétrica e não define causalidade.</a:t>
            </a:r>
          </a:p>
          <a:p>
            <a:r>
              <a:t>https://web.stanford.edu/class/ee376a/files/2017-18/lecture_3.pdf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MI ≥ 0. MI teórica é zero apenas na independência. A estimativa amostral pode ter viés e não identifica causalidade.</a:t>
            </a:r>
          </a:p>
          <a:p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Dados sintéticos n=300. Alvo = fator de umidade² + 0,5 fator térmico + ruído. Ranking não descreve uma bacia real. MI univariada não representa dependência condicional.</a:t>
            </a:r>
          </a:p>
          <a:p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mutual_info_regression estima MI com um alvo contínuo, retornando nats. Para atributos contínuos, usa métodos de estimação de entropia baseados em distâncias kNN (Kraskov, Stögbauer e Grassberger, 2004). O parâmetro n_neighbors é próprio do estimador de MI e não representa o k usado para preencher uma lacuna pelo KNNImputer. Ele controla o compromisso entre viés e variância da estimativa. A função distingue atributos discretos e contínuos; indicar corretamente discrete_features. A MI teórica é não negativa e igual a zero se e somente se houver independência. Uma estimativa próxima de zero não prova independência, e estimativas negativas podem ser truncadas a zero pela implementação. Log natural usa nats, log2 usa bits: I_nats=ln(2) I_bits. A MI não normalizada não tem limite geral 1 e, para contínuas, pode ser infinita em relações determinísticas sem ruído. O ranking é univariado. Para dois atributos idênticos X1=X2, ambos têm a mesma MI com Q sem garantir ganho conjunto. Exemplo de interação: X1 e X2 Bernoulli independentes e Q=XOR(X1,X2) dão MI individual zero, mas MI conjunta 1 bit. Esses resultados decorrem diretamente da definição. Estimar MI e selecionar atributos somente no treino de cada partição.</a:t>
            </a:r>
          </a:p>
          <a:p>
            <a:r>
              <a:t>https://scikit-learn.org/stable/modules/generated/sklearn.feature_selection.mutual_info_regression.html</a:t>
            </a:r>
          </a:p>
          <a:p>
            <a:r>
              <a:t>https://web.stanford.edu/class/ee376a/files/2017-18/lecture_3.pdf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Z é a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n×p</a:t>
            </a:r>
            <a:r>
              <a:rPr dirty="0"/>
              <a:t> com </a:t>
            </a: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centrados</a:t>
            </a:r>
            <a:r>
              <a:rPr dirty="0"/>
              <a:t>. </a:t>
            </a:r>
            <a:r>
              <a:rPr dirty="0" err="1"/>
              <a:t>Padronizar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desvios</a:t>
            </a:r>
            <a:r>
              <a:rPr dirty="0"/>
              <a:t> </a:t>
            </a:r>
            <a:r>
              <a:rPr dirty="0" err="1"/>
              <a:t>s_j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escalas</a:t>
            </a:r>
            <a:r>
              <a:rPr dirty="0"/>
              <a:t>/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 </a:t>
            </a:r>
            <a:r>
              <a:rPr dirty="0" err="1"/>
              <a:t>justificarem</a:t>
            </a:r>
            <a:r>
              <a:rPr dirty="0"/>
              <a:t>. PCA </a:t>
            </a:r>
            <a:r>
              <a:rPr dirty="0" err="1"/>
              <a:t>sozinho</a:t>
            </a:r>
            <a:r>
              <a:rPr dirty="0"/>
              <a:t> </a:t>
            </a:r>
            <a:r>
              <a:rPr dirty="0" err="1"/>
              <a:t>centraliza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escalar</a:t>
            </a:r>
            <a:r>
              <a:rPr dirty="0"/>
              <a:t>. Para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direção</a:t>
            </a:r>
            <a:r>
              <a:rPr dirty="0"/>
              <a:t> </a:t>
            </a:r>
            <a:r>
              <a:rPr dirty="0" err="1"/>
              <a:t>unitária</a:t>
            </a:r>
            <a:r>
              <a:rPr dirty="0"/>
              <a:t> a, Var(Za)=</a:t>
            </a:r>
            <a:r>
              <a:rPr dirty="0" err="1"/>
              <a:t>a^T</a:t>
            </a:r>
            <a:r>
              <a:rPr dirty="0"/>
              <a:t> C a, com C=Z^T Z/(n-1).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maximiza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variância</a:t>
            </a:r>
            <a:r>
              <a:rPr dirty="0"/>
              <a:t> (</a:t>
            </a:r>
            <a:r>
              <a:rPr dirty="0" err="1"/>
              <a:t>quociente</a:t>
            </a:r>
            <a:r>
              <a:rPr dirty="0"/>
              <a:t> de Rayleigh). As </a:t>
            </a:r>
            <a:r>
              <a:rPr dirty="0" err="1"/>
              <a:t>demais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ortogonais</a:t>
            </a:r>
            <a:r>
              <a:rPr dirty="0"/>
              <a:t>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, e </a:t>
            </a:r>
            <a:r>
              <a:rPr dirty="0" err="1"/>
              <a:t>os</a:t>
            </a:r>
            <a:r>
              <a:rPr dirty="0"/>
              <a:t> scores </a:t>
            </a:r>
            <a:r>
              <a:rPr dirty="0" err="1"/>
              <a:t>ficam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correlacionados</a:t>
            </a:r>
            <a:r>
              <a:rPr dirty="0"/>
              <a:t> no </a:t>
            </a:r>
            <a:r>
              <a:rPr dirty="0" err="1"/>
              <a:t>treino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correlação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independência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do </a:t>
            </a:r>
            <a:r>
              <a:rPr dirty="0" err="1"/>
              <a:t>alvo</a:t>
            </a:r>
            <a:r>
              <a:rPr dirty="0"/>
              <a:t> no </a:t>
            </a:r>
            <a:r>
              <a:rPr dirty="0" err="1"/>
              <a:t>objetivo</a:t>
            </a:r>
            <a:r>
              <a:rPr dirty="0"/>
              <a:t> do PCA. No </a:t>
            </a:r>
            <a:r>
              <a:rPr dirty="0" err="1"/>
              <a:t>exemplo</a:t>
            </a:r>
            <a:r>
              <a:rPr dirty="0"/>
              <a:t> C=[[1,0.8],[0.8,1]], a </a:t>
            </a:r>
            <a:r>
              <a:rPr dirty="0" err="1"/>
              <a:t>direção</a:t>
            </a:r>
            <a:r>
              <a:rPr dirty="0"/>
              <a:t> (</a:t>
            </a:r>
            <a:r>
              <a:rPr dirty="0" err="1"/>
              <a:t>cosθ,sinθ</a:t>
            </a:r>
            <a:r>
              <a:rPr dirty="0"/>
              <a:t>)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variância</a:t>
            </a:r>
            <a:r>
              <a:rPr dirty="0"/>
              <a:t> 1+0.8 sin(2θ). Ela </a:t>
            </a:r>
            <a:r>
              <a:rPr dirty="0" err="1"/>
              <a:t>atinge</a:t>
            </a:r>
            <a:r>
              <a:rPr dirty="0"/>
              <a:t> 1.8 </a:t>
            </a:r>
            <a:r>
              <a:rPr dirty="0" err="1"/>
              <a:t>em</a:t>
            </a:r>
            <a:r>
              <a:rPr dirty="0"/>
              <a:t> 45° e 0.2 </a:t>
            </a:r>
            <a:r>
              <a:rPr dirty="0" err="1"/>
              <a:t>em</a:t>
            </a:r>
            <a:r>
              <a:rPr dirty="0"/>
              <a:t> 135°. A </a:t>
            </a:r>
            <a:r>
              <a:rPr dirty="0" err="1"/>
              <a:t>direção</a:t>
            </a:r>
            <a:r>
              <a:rPr dirty="0"/>
              <a:t> PC2 </a:t>
            </a:r>
            <a:r>
              <a:rPr dirty="0" err="1"/>
              <a:t>pode</a:t>
            </a:r>
            <a:r>
              <a:rPr dirty="0"/>
              <a:t> ter o </a:t>
            </a:r>
            <a:r>
              <a:rPr dirty="0" err="1"/>
              <a:t>sinal</a:t>
            </a:r>
            <a:r>
              <a:rPr dirty="0"/>
              <a:t> </a:t>
            </a:r>
            <a:r>
              <a:rPr dirty="0" err="1"/>
              <a:t>invertido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alterar</a:t>
            </a:r>
            <a:r>
              <a:rPr dirty="0"/>
              <a:t> a </a:t>
            </a:r>
            <a:r>
              <a:rPr dirty="0" err="1"/>
              <a:t>solução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135° equivale à </a:t>
            </a:r>
            <a:r>
              <a:rPr dirty="0" err="1"/>
              <a:t>direção</a:t>
            </a:r>
            <a:r>
              <a:rPr dirty="0"/>
              <a:t> do </a:t>
            </a:r>
            <a:r>
              <a:rPr dirty="0" err="1"/>
              <a:t>autovetor</a:t>
            </a:r>
            <a:r>
              <a:rPr dirty="0"/>
              <a:t> a2=(1,-1)/sqrt(2).</a:t>
            </a:r>
          </a:p>
          <a:p>
            <a:r>
              <a:rPr dirty="0"/>
              <a:t>https://scikit-learn.org/stable/modules/decomposition.html</a:t>
            </a:r>
          </a:p>
          <a:p>
            <a:r>
              <a:rPr dirty="0"/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Autovetores normalizados a1=(1,1)/sqrt(2), a2=(1,-1)/sqrt(2) e autovalores 1.8 e 0.2 são calculados para C=[[1,0.8],[0.8,1]]. λ1≥λ2. Z possui n linhas e p colunas, com média de treino μ_j e desvio s_j. O score da observação i na componente k é t_ik=z_i^T a_k. A_q reúne p×q autovetores e T=ZA_q tem dimensão n×q. Os coeficientes 0.707 são arredondados de 1/sqrt(2). Os autovetores são coeficientes da projeção e não, em geral, correlações das entradas com os scores. O sinal é arbitrário. Desvios do exemplo usam a convenção amostral; StandardScaler usa variância com ddof=0, o que muda o fator de escala mas não as direções neste caso. O PCA implementado por SVD fornece a mesma decomposição.</a:t>
            </a:r>
          </a:p>
          <a:p>
            <a:r>
              <a:t>https://scikit-learn.org/stable/modules/generated/sklearn.decomposition.PCA.html</a:t>
            </a:r>
          </a:p>
          <a:p>
            <a:r>
              <a:t>https://scikit-learn.org/stable/modules/decomposition.html</a:t>
            </a:r>
          </a:p>
          <a:p>
            <a:r>
              <a:t>https://scikit-learn.org/stable/modules/generated/sklearn.preprocessing.StandardScaler.html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PCA sobre duas variáveis já padronizadas, amostra sintética n=100. Scores centrados pelo PCA. Direções são componentes calculadas. Os dois eixos de cada painel usam a mesma amplitude.</a:t>
            </a:r>
          </a:p>
          <a:p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As 60 </a:t>
            </a:r>
            <a:r>
              <a:rPr dirty="0" err="1"/>
              <a:t>observações</a:t>
            </a:r>
            <a:r>
              <a:rPr dirty="0"/>
              <a:t> </a:t>
            </a:r>
            <a:r>
              <a:rPr dirty="0" err="1"/>
              <a:t>centradas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geradas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QR e </a:t>
            </a:r>
            <a:r>
              <a:rPr dirty="0" err="1"/>
              <a:t>transformadas</a:t>
            </a:r>
            <a:r>
              <a:rPr dirty="0"/>
              <a:t> para </a:t>
            </a:r>
            <a:r>
              <a:rPr dirty="0" err="1"/>
              <a:t>obter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a </a:t>
            </a:r>
            <a:r>
              <a:rPr dirty="0" err="1"/>
              <a:t>covariância</a:t>
            </a:r>
            <a:r>
              <a:rPr dirty="0"/>
              <a:t> </a:t>
            </a:r>
            <a:r>
              <a:rPr dirty="0" err="1"/>
              <a:t>amostral</a:t>
            </a:r>
            <a:r>
              <a:rPr dirty="0"/>
              <a:t> C=[[1,0.8],[0.8,1]]. A </a:t>
            </a:r>
            <a:r>
              <a:rPr dirty="0" err="1"/>
              <a:t>projeção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q=1 e </a:t>
            </a:r>
            <a:r>
              <a:rPr dirty="0" err="1"/>
              <a:t>reconstrução</a:t>
            </a:r>
            <a:r>
              <a:rPr dirty="0"/>
              <a:t> </a:t>
            </a:r>
            <a:r>
              <a:rPr dirty="0" err="1"/>
              <a:t>usam</a:t>
            </a:r>
            <a:r>
              <a:rPr dirty="0"/>
              <a:t> A1=a1. Por </a:t>
            </a:r>
            <a:r>
              <a:rPr dirty="0" err="1"/>
              <a:t>isso</a:t>
            </a:r>
            <a:r>
              <a:rPr dirty="0"/>
              <a:t> a </a:t>
            </a:r>
            <a:r>
              <a:rPr dirty="0" err="1"/>
              <a:t>nuvem</a:t>
            </a:r>
            <a:r>
              <a:rPr dirty="0"/>
              <a:t> </a:t>
            </a:r>
            <a:r>
              <a:rPr dirty="0" err="1"/>
              <a:t>ciano</a:t>
            </a:r>
            <a:r>
              <a:rPr dirty="0"/>
              <a:t> </a:t>
            </a:r>
            <a:r>
              <a:rPr dirty="0" err="1"/>
              <a:t>cai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direção</a:t>
            </a:r>
            <a:r>
              <a:rPr dirty="0"/>
              <a:t> PC1.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60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originais</a:t>
            </a:r>
            <a:r>
              <a:rPr dirty="0"/>
              <a:t> 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60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reconstruídos</a:t>
            </a:r>
            <a:r>
              <a:rPr dirty="0"/>
              <a:t>. </a:t>
            </a:r>
            <a:r>
              <a:rPr dirty="0" err="1"/>
              <a:t>Variância</a:t>
            </a:r>
            <a:r>
              <a:rPr dirty="0"/>
              <a:t> </a:t>
            </a:r>
            <a:r>
              <a:rPr dirty="0" err="1"/>
              <a:t>retida</a:t>
            </a:r>
            <a:r>
              <a:rPr dirty="0"/>
              <a:t>=sum_{k=1..q}</a:t>
            </a:r>
            <a:r>
              <a:rPr dirty="0" err="1"/>
              <a:t>λk</a:t>
            </a:r>
            <a:r>
              <a:rPr dirty="0"/>
              <a:t>/sum_{k=1..p}</a:t>
            </a:r>
            <a:r>
              <a:rPr dirty="0" err="1"/>
              <a:t>λk</a:t>
            </a:r>
            <a:r>
              <a:rPr dirty="0"/>
              <a:t>. Com λ=[1.8,0.2], a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retida</a:t>
            </a:r>
            <a:r>
              <a:rPr dirty="0"/>
              <a:t> </a:t>
            </a:r>
            <a:r>
              <a:rPr dirty="0" err="1"/>
              <a:t>guarda</a:t>
            </a:r>
            <a:r>
              <a:rPr dirty="0"/>
              <a:t> 90%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resíduos</a:t>
            </a:r>
            <a:r>
              <a:rPr dirty="0"/>
              <a:t> </a:t>
            </a:r>
            <a:r>
              <a:rPr dirty="0" err="1"/>
              <a:t>somam</a:t>
            </a:r>
            <a:r>
              <a:rPr dirty="0"/>
              <a:t> 10% da </a:t>
            </a:r>
            <a:r>
              <a:rPr dirty="0" err="1"/>
              <a:t>energia</a:t>
            </a:r>
            <a:r>
              <a:rPr dirty="0"/>
              <a:t> total de Z. A </a:t>
            </a:r>
            <a:r>
              <a:rPr dirty="0" err="1"/>
              <a:t>reconstrução</a:t>
            </a:r>
            <a:r>
              <a:rPr dirty="0"/>
              <a:t> no </a:t>
            </a:r>
            <a:r>
              <a:rPr dirty="0" err="1"/>
              <a:t>espaço</a:t>
            </a:r>
            <a:r>
              <a:rPr dirty="0"/>
              <a:t> original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desfazer</a:t>
            </a:r>
            <a:r>
              <a:rPr dirty="0"/>
              <a:t> a </a:t>
            </a:r>
            <a:r>
              <a:rPr dirty="0" err="1"/>
              <a:t>padronização</a:t>
            </a:r>
            <a:r>
              <a:rPr dirty="0"/>
              <a:t>, </a:t>
            </a:r>
            <a:r>
              <a:rPr dirty="0" err="1"/>
              <a:t>Xhat_j</a:t>
            </a:r>
            <a:r>
              <a:rPr dirty="0"/>
              <a:t>=</a:t>
            </a:r>
            <a:r>
              <a:rPr dirty="0" err="1"/>
              <a:t>μ_j+s_j</a:t>
            </a:r>
            <a:r>
              <a:rPr dirty="0"/>
              <a:t> </a:t>
            </a:r>
            <a:r>
              <a:rPr dirty="0" err="1"/>
              <a:t>Zhat_j</a:t>
            </a:r>
            <a:r>
              <a:rPr dirty="0"/>
              <a:t>. Em PCA </a:t>
            </a:r>
            <a:r>
              <a:rPr dirty="0" err="1"/>
              <a:t>centrado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padronização</a:t>
            </a:r>
            <a:r>
              <a:rPr dirty="0"/>
              <a:t>, basta </a:t>
            </a:r>
            <a:r>
              <a:rPr dirty="0" err="1"/>
              <a:t>adicionar</a:t>
            </a:r>
            <a:r>
              <a:rPr dirty="0"/>
              <a:t> a </a:t>
            </a:r>
            <a:r>
              <a:rPr dirty="0" err="1"/>
              <a:t>média</a:t>
            </a:r>
            <a:r>
              <a:rPr dirty="0"/>
              <a:t>. </a:t>
            </a:r>
            <a:r>
              <a:rPr dirty="0" err="1"/>
              <a:t>Redução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remover </a:t>
            </a:r>
            <a:r>
              <a:rPr dirty="0" err="1"/>
              <a:t>informação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alvo</a:t>
            </a:r>
            <a:r>
              <a:rPr dirty="0"/>
              <a:t>, pois o </a:t>
            </a:r>
            <a:r>
              <a:rPr dirty="0" err="1"/>
              <a:t>objetivo</a:t>
            </a:r>
            <a:r>
              <a:rPr dirty="0"/>
              <a:t> é a </a:t>
            </a:r>
            <a:r>
              <a:rPr dirty="0" err="1"/>
              <a:t>variância</a:t>
            </a:r>
            <a:r>
              <a:rPr dirty="0"/>
              <a:t> das entradas. </a:t>
            </a:r>
            <a:r>
              <a:rPr dirty="0" err="1"/>
              <a:t>Escolher</a:t>
            </a:r>
            <a:r>
              <a:rPr dirty="0"/>
              <a:t> q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 e </a:t>
            </a:r>
            <a:r>
              <a:rPr dirty="0" err="1"/>
              <a:t>interpretação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. </a:t>
            </a:r>
            <a:r>
              <a:rPr dirty="0" err="1"/>
              <a:t>Ajustar</a:t>
            </a:r>
            <a:r>
              <a:rPr dirty="0"/>
              <a:t> μ, s e </a:t>
            </a:r>
            <a:r>
              <a:rPr dirty="0" err="1"/>
              <a:t>A_q</a:t>
            </a:r>
            <a:r>
              <a:rPr dirty="0"/>
              <a:t> </a:t>
            </a:r>
            <a:r>
              <a:rPr dirty="0" err="1"/>
              <a:t>exclusivamente</a:t>
            </a:r>
            <a:r>
              <a:rPr dirty="0"/>
              <a:t> no </a:t>
            </a:r>
            <a:r>
              <a:rPr dirty="0" err="1"/>
              <a:t>treino</a:t>
            </a:r>
            <a:r>
              <a:rPr dirty="0"/>
              <a:t>. PCA </a:t>
            </a:r>
            <a:r>
              <a:rPr dirty="0" err="1"/>
              <a:t>padrão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ausentes</a:t>
            </a:r>
            <a:r>
              <a:rPr dirty="0"/>
              <a:t>, </a:t>
            </a:r>
            <a:r>
              <a:rPr dirty="0" err="1"/>
              <a:t>portanto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um </a:t>
            </a:r>
            <a:r>
              <a:rPr dirty="0" err="1"/>
              <a:t>tratamento</a:t>
            </a:r>
            <a:r>
              <a:rPr dirty="0"/>
              <a:t> </a:t>
            </a:r>
            <a:r>
              <a:rPr dirty="0" err="1"/>
              <a:t>adequado</a:t>
            </a:r>
            <a:r>
              <a:rPr dirty="0"/>
              <a:t> das </a:t>
            </a:r>
            <a:r>
              <a:rPr dirty="0" err="1"/>
              <a:t>falhas</a:t>
            </a:r>
            <a:r>
              <a:rPr dirty="0"/>
              <a:t> antes do </a:t>
            </a:r>
            <a:r>
              <a:rPr dirty="0" err="1"/>
              <a:t>ajuste</a:t>
            </a:r>
            <a:r>
              <a:rPr dirty="0"/>
              <a:t>.</a:t>
            </a:r>
          </a:p>
          <a:p>
            <a:r>
              <a:rPr dirty="0"/>
              <a:t>https://scikit-learn.org/stable/modules/generated/sklearn.decomposition.PCA.html</a:t>
            </a:r>
          </a:p>
          <a:p>
            <a:r>
              <a:rPr dirty="0"/>
              <a:t>https://scikit-learn.org/stable/modules/decomposition.html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Variância explicada de PCA aplicado a StandardScaler(X), n=300. Valores calculados por sklearn. Variância alta não garante boa previsão do alvo.</a:t>
            </a:r>
          </a:p>
          <a:p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Coeficientes reproduzem PCA.components_ do exemplo. Não são correlações nem significâncias causais.</a:t>
            </a:r>
          </a:p>
          <a:p>
            <a:r>
              <a:t>https://scikit-learn.org/stable/modules/generated/sklearn.decomposition.PCA.html</a:t>
            </a:r>
          </a:p>
          <a:p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 linha cinza é a referência para avaliação. Os valores laranja devem ficar fora do treino, da padronização, da seleção por MI e do ajuste do 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Convenção usada em todo o deck: erro = simulado − observado.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A=[2,2,2,2,2], B=[0,0,0,0,10]. Ambos MAE=2. Os sinais são positivos para isolar a magnitude.</a:t>
            </a:r>
          </a:p>
          <a:p>
            <a:r>
              <a:t>https://scikit-learn.org/stable/modules/generated/sklearn.metrics.mean_absolute_error.html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Mesmos resíduos do slide anterior. MSE tem unidade ao quadrado, para vazão m⁶/s². RMSE retorna à unidade m³/s.</a:t>
            </a:r>
          </a:p>
          <a:p>
            <a:r>
              <a:t>https://scikit-learn.org/stable/modules/generated/sklearn.metrics.root_mean_squared_error.html</a:t>
            </a:r>
          </a:p>
          <a:p>
            <a:r>
              <a:t>https://scikit-learn.org/stable/modules/generated/sklearn.metrics.mean_absolute_error.html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Gráfico mostra os termos pontuais 100|e/q|, com |e|=1 e q=[0.1,1,10,100]. O MAPE é a média dos termos.</a:t>
            </a:r>
          </a:p>
          <a:p>
            <a:r>
              <a:t>https://scikit-learn.org/stable/modules/generated/sklearn.metrics.mean_absolute_percentage_error.html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Adota a convenção do HEC-HMS, inversa à de Moriasi 2007. No terceiro caso q=[10,20,30,40], resíduos somam zero.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 fórmula exige variância observada não nula. NSE não tem limite inferior finito. Usam-se os mesmos pares, sem pesos.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Definição frequentemente denominada R² em hidrologia, como no HEC-HMS. r² perde o sinal de r e é insensível a viés aditivo e escala linear positiva. Não substitui a avaliação do erro.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R² preditivo coincide algebricamente com o NSE clássico, para uma saída, mesmos pares e ausência de pesos. Pode ser negativo. Valores constantes requerem tratamento explícito.</a:t>
            </a:r>
          </a:p>
          <a:p>
            <a:r>
              <a:t>https://scikit-learn.org/stable/modules/generated/sklearn.metrics.r2_score.html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Valores calculados diretamente, sem associação a desempenho de métodos reais. Tabela cobre MAE, RMSE, MAPE, PBIAS, NSE e correlação².</a:t>
            </a:r>
          </a:p>
          <a:p>
            <a:r>
              <a:t>https://scikit-learn.org/stable/modules/generated/sklearn.metrics.mean_absolute_error.html</a:t>
            </a:r>
          </a:p>
          <a:p>
            <a:r>
              <a:t>https://scikit-learn.org/stable/modules/generated/sklearn.metrics.root_mean_squared_error.html</a:t>
            </a:r>
          </a:p>
          <a:p>
            <a:r>
              <a:t>https://scikit-learn.org/stable/modules/generated/sklearn.metrics.mean_absolute_percentage_error.html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As durações de 7,15 e30 dias são exemplos de desenho de validação, não resultados obtidos. Não se adotam classes universais de qualidade por limiar.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original: Dia_3_Hydro-UAI_Final.pptx.</a:t>
            </a:r>
          </a:p>
          <a:p>
            <a:r>
              <a:t>PCA e MI não são métricas de acurácia do preenchimento. Todas as figuras quantitativas novas são dados nativos, com exemplos sintéticos identificados.</a:t>
            </a:r>
          </a:p>
          <a:p>
            <a:r>
              <a:t>https://scikit-learn.org/stable/modules/generated/sklearn.decomposition.PCA.html</a:t>
            </a:r>
          </a:p>
          <a:p>
            <a:r>
              <a:t>https://scikit-learn.org/stable/modules/generated/sklearn.feature_selection.mutual_info_regression.html</a:t>
            </a:r>
          </a:p>
          <a:p>
            <a:r>
              <a:t>https://scikit-learn.org/stable/modules/generated/sklearn.metrics.mean_absolute_error.html</a:t>
            </a:r>
          </a:p>
          <a:p>
            <a:r>
              <a:t>https://scikit-learn.org/stable/modules/generated/sklearn.metrics.root_mean_squared_error.html</a:t>
            </a:r>
          </a:p>
          <a:p>
            <a:r>
              <a:t>https://scikit-learn.org/stable/modules/generated/sklearn.metrics.mean_absolute_percentage_error.html</a:t>
            </a:r>
          </a:p>
          <a:p>
            <a:r>
              <a:t>https://scikit-learn.org/stable/modules/generated/sklearn.metrics.r2_score.html</a:t>
            </a:r>
          </a:p>
          <a:p>
            <a:r>
              <a:t>https://www.hec.usace.army.mil/confluence/hmsdocs/hmstrm/calibration/calibration-summary-statistics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BB454-8679-D779-91CD-901E65671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A0B855-82A6-73F3-ADAE-C145294C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58CA8-42E6-5BD9-D627-A3789914B2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9D1132-49C2-9933-73CE-0C476DDA0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7B3DBD-80A4-9994-908D-07D68CC94D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0E026-F824-9DB1-FE69-7D3514C6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B507B-5DAE-5152-E1AD-EE68A64B5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70DB5-447D-DB44-9AF1-C0BAACC9A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9A6542-33C6-4E8A-955A-FFF9456B91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DEB9CC-0C72-DEF6-E0FD-F769BDB2AF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D848F-D36E-1918-5D9C-23455336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6679D2-71E9-3160-A846-5ADD7544C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7D26F-9630-40B2-0B39-EEF280B28F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3F4993-24E1-9D36-0A74-207423F413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5F4AE-DC88-EE3B-B261-373A24D74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B9B22-BE19-D53D-6BFE-7EE67D4B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52B350-C854-D597-1369-1251896D2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9E7523-364F-92D4-B857-4BE49AE299D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F1DC5B-BDD2-F986-8102-B2DB2F7E6A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DE4E83-F323-43DB-E264-DAF50F3BC6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ADBB9A-EC0E-B450-3B25-7247EB265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B58BD-5541-A732-72E6-D8AC31C8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3C9DEB-CBF7-5347-F1E9-1F132805E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F4E0D4-0CC5-938D-5CD7-10F9CD06A6D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F902CE-1195-FB85-7320-3FD03B83F65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3EAA7-461E-E2A3-2CFC-3973368F53E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063CC9-A056-14E6-E6BF-737C16A0E9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5B70EF-9748-A8DF-3DDF-22F7845980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6794A7-C9A0-350B-BBA7-F66657F5E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35169-EBAF-2969-78DC-BD432CA6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B3E13C-6B25-EF21-F69D-8A5414F3FC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F925A9-9B8D-DAF3-BAD5-7892B3D1E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20F86F-47CC-667E-85F1-096ACBD0E3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E002A8-D20C-06ED-45F5-08417C2D62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DEE1B6-CC94-A030-BEEC-7CCABF5AF8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FEDB54-2E2A-FEC7-9ECE-88957B0DD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8163C-452A-E993-953A-BD421689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B76F12-7527-69D0-8C96-25FB246DB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1A367E-080A-7768-8B36-FF18F750E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46E5A0-2775-2458-F8CA-8618054BE5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11452-E5BC-9116-D5C9-62CE8EA3E9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AA2280-2F9B-CD21-76FE-9B687CC4F1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84B22-0037-D779-B31E-0CBD5D95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D9A5A8-522F-7442-423C-FF960A217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F14AF1-770E-87EA-708A-C58DFCD169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FB4D3B-09A8-A617-C314-9B55A788B5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A8C1D2-73FA-FB37-E0C4-450AB6B88E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0F63AE-5C5C-7FB9-D135-73B43C1CD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D6BE3-10E2-6CD8-0769-71190CE3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A5C966-7F5A-6880-8665-CEE849BC2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76C36-04BE-58DF-EF8D-5A7F366F4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0FC24D-5B3A-704C-DFDF-8E866088A7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A054C-500B-9D07-AD5D-40EC067468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D4F47A-3228-1470-F934-DD8291D7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A5D2FF-F483-A3D2-DB8D-50C574FA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970E35-3EDF-6C25-6972-B74A1B64AB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EFB325-6C23-AB9E-812A-C96962039F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99347-9D35-5119-B481-C2D0DE24C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2D640A0-A006-56DE-BB11-892018C9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37E2E5-7A2E-EB81-A941-9FB8B7603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E9C82A-E612-2AFA-6FF2-370208C7C51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8861F-14F1-4638-96F3-2EC3397B8A64}" type="datetimeFigureOut">
              <a:t>10/5/2026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627157-860F-B582-10C9-905A776EC2D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8955E3-4119-E011-F308-641E09FF921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46433-43F6-4FA7-8C7B-D8B9997CD43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2.xml"/><Relationship Id="rId5" Type="http://schemas.openxmlformats.org/officeDocument/2006/relationships/chart" Target="../charts/chart31.xml"/><Relationship Id="rId4" Type="http://schemas.openxmlformats.org/officeDocument/2006/relationships/chart" Target="../charts/chart3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7BCC281-5B1A-E42F-FA21-9AFB05AED8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8E9EC-C16F-B589-A5AE-0EDC8FA5F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700" y="1803493"/>
            <a:ext cx="6153926" cy="678363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Hydro-UAI Course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CEC0323-6869-348B-85A8-CB235E17DE29}"/>
              </a:ext>
            </a:extLst>
          </p:cNvPr>
          <p:cNvSpPr>
            <a:spLocks noGrp="1"/>
          </p:cNvSpPr>
          <p:nvPr/>
        </p:nvSpPr>
        <p:spPr>
          <a:xfrm>
            <a:off x="453676" y="2590800"/>
            <a:ext cx="6153912" cy="11049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Escola de Verão 2026</a:t>
            </a: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Inteligência Artificial Aplicada</a:t>
            </a: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Recursos Hídricos</a:t>
            </a:r>
          </a:p>
        </p:txBody>
      </p:sp>
      <p:pic>
        <p:nvPicPr>
          <p:cNvPr id="2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29" name="Imagem 13"/>
          <p:cNvPicPr>
            <a:picLocks noChangeAspect="1"/>
          </p:cNvPicPr>
          <p:nvPr/>
        </p:nvPicPr>
        <p:blipFill>
          <a:blip r:embed="rId4"/>
          <a:srcRect l="3570" r="8084" b="18195"/>
          <a:stretch>
            <a:fillRect/>
          </a:stretch>
        </p:blipFill>
        <p:spPr>
          <a:xfrm>
            <a:off x="447287" y="5924579"/>
            <a:ext cx="592780" cy="523392"/>
          </a:xfrm>
          <a:prstGeom prst="rect">
            <a:avLst/>
          </a:prstGeom>
        </p:spPr>
      </p:pic>
      <p:pic>
        <p:nvPicPr>
          <p:cNvPr id="30" name="Imagem 15"/>
          <p:cNvPicPr>
            <a:picLocks noChangeAspect="1"/>
          </p:cNvPicPr>
          <p:nvPr/>
        </p:nvPicPr>
        <p:blipFill>
          <a:blip r:embed="rId5"/>
          <a:srcRect l="1924" t="7917" r="1239" b="5183"/>
          <a:stretch>
            <a:fillRect/>
          </a:stretch>
        </p:blipFill>
        <p:spPr>
          <a:xfrm>
            <a:off x="453700" y="410029"/>
            <a:ext cx="1080460" cy="374888"/>
          </a:xfrm>
          <a:prstGeom prst="rect">
            <a:avLst/>
          </a:prstGeom>
        </p:spPr>
      </p:pic>
      <p:sp>
        <p:nvSpPr>
          <p:cNvPr id="4" name="Conector reto 3">
            <a:extLst>
              <a:ext uri="{FF2B5EF4-FFF2-40B4-BE49-F238E27FC236}">
                <a16:creationId xmlns:a16="http://schemas.microsoft.com/office/drawing/2014/main" id="{474D5E31-5089-407C-9BEF-DB43375AB890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F3E776DE-6AF7-7DB4-C3A0-AEE51174A755}"/>
              </a:ext>
            </a:extLst>
          </p:cNvPr>
          <p:cNvSpPr>
            <a:spLocks noGrp="1"/>
          </p:cNvSpPr>
          <p:nvPr/>
        </p:nvSpPr>
        <p:spPr>
          <a:xfrm>
            <a:off x="453700" y="4285349"/>
            <a:ext cx="6153926" cy="149293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André Ferreira Rodrigues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Bruno Melo Brentan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Rodrigo Perdigão</a:t>
            </a:r>
          </a:p>
        </p:txBody>
      </p:sp>
      <p:sp>
        <p:nvSpPr>
          <p:cNvPr id="21" name="dia-3">
            <a:extLst>
              <a:ext uri="{FF2B5EF4-FFF2-40B4-BE49-F238E27FC236}">
                <a16:creationId xmlns:a16="http://schemas.microsoft.com/office/drawing/2014/main" id="{94C3A0CB-1176-4000-AF16-62EF4A8CD29B}"/>
              </a:ext>
            </a:extLst>
          </p:cNvPr>
          <p:cNvSpPr>
            <a:spLocks noGrp="1"/>
          </p:cNvSpPr>
          <p:nvPr/>
        </p:nvSpPr>
        <p:spPr>
          <a:xfrm>
            <a:off x="453676" y="3886200"/>
            <a:ext cx="61531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 </a:t>
            </a:r>
            <a:r>
              <a:rPr lang="en-US"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sz="13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35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Modelos</a:t>
            </a:r>
            <a:r>
              <a:rPr lang="en-US"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Baseados</a:t>
            </a:r>
            <a:r>
              <a:rPr lang="en-US"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em</a:t>
            </a:r>
            <a:r>
              <a:rPr lang="en-US"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Dados</a:t>
            </a:r>
          </a:p>
          <a:p>
            <a:pPr algn="l">
              <a:buNone/>
              <a:defRPr sz="135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Preenchimento</a:t>
            </a:r>
            <a:r>
              <a:rPr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e </a:t>
            </a:r>
            <a:r>
              <a:rPr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avaliação</a:t>
            </a:r>
            <a:r>
              <a:rPr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sz="1350" b="1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séries</a:t>
            </a:r>
            <a:endParaRPr sz="13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04852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6972ED3-C412-A20D-4C7E-71C742D19B4D}"/>
              </a:ext>
            </a:extLst>
          </p:cNvPr>
          <p:cNvSpPr>
            <a:spLocks noGrp="1"/>
          </p:cNvSpPr>
          <p:nvPr/>
        </p:nvSpPr>
        <p:spPr>
          <a:xfrm>
            <a:off x="0" y="-30657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A56C7E-3FB6-DC6C-5ACF-3E07B98CF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667998" cy="233267"/>
          </a:xfrm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17C2609-8823-4BF1-FFAA-18350030CA5B}"/>
              </a:ext>
            </a:extLst>
          </p:cNvPr>
          <p:cNvSpPr>
            <a:spLocks noGrp="1"/>
          </p:cNvSpPr>
          <p:nvPr/>
        </p:nvSpPr>
        <p:spPr>
          <a:xfrm>
            <a:off x="5543548" y="903199"/>
            <a:ext cx="619474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Conteúdo programático</a:t>
            </a:r>
          </a:p>
        </p:txBody>
      </p:sp>
      <p:pic>
        <p:nvPicPr>
          <p:cNvPr id="5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11429999" y="6294313"/>
            <a:ext cx="308300" cy="272211"/>
          </a:xfrm>
          <a:prstGeom prst="rect">
            <a:avLst/>
          </a:prstGeom>
        </p:spPr>
      </p:pic>
      <p:pic>
        <p:nvPicPr>
          <p:cNvPr id="51" name="Imagem 27"/>
          <p:cNvPicPr>
            <a:picLocks noChangeAspect="1"/>
          </p:cNvPicPr>
          <p:nvPr/>
        </p:nvPicPr>
        <p:blipFill>
          <a:blip r:embed="rId4"/>
          <a:srcRect l="2737"/>
          <a:stretch>
            <a:fillRect/>
          </a:stretch>
        </p:blipFill>
        <p:spPr>
          <a:xfrm>
            <a:off x="0" y="0"/>
            <a:ext cx="5002751" cy="6858000"/>
          </a:xfrm>
          <a:prstGeom prst="rect">
            <a:avLst/>
          </a:prstGeom>
        </p:spPr>
      </p:pic>
      <p:sp>
        <p:nvSpPr>
          <p:cNvPr id="26" name="Conector reto 25">
            <a:extLst>
              <a:ext uri="{FF2B5EF4-FFF2-40B4-BE49-F238E27FC236}">
                <a16:creationId xmlns:a16="http://schemas.microsoft.com/office/drawing/2014/main" id="{24253C31-1647-4B5D-B85D-91D78591B4FC}"/>
              </a:ext>
            </a:extLst>
          </p:cNvPr>
          <p:cNvSpPr>
            <a:spLocks noGrp="1"/>
          </p:cNvSpPr>
          <p:nvPr/>
        </p:nvSpPr>
        <p:spPr>
          <a:xfrm>
            <a:off x="5006472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agenda-num-0">
            <a:extLst>
              <a:ext uri="{FF2B5EF4-FFF2-40B4-BE49-F238E27FC236}">
                <a16:creationId xmlns:a16="http://schemas.microsoft.com/office/drawing/2014/main" id="{1871957E-2097-46C0-A592-4E16B31CBCDB}"/>
              </a:ext>
            </a:extLst>
          </p:cNvPr>
          <p:cNvSpPr>
            <a:spLocks noGrp="1"/>
          </p:cNvSpPr>
          <p:nvPr/>
        </p:nvSpPr>
        <p:spPr>
          <a:xfrm>
            <a:off x="5543550" y="24711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38" name="agenda-0">
            <a:extLst>
              <a:ext uri="{FF2B5EF4-FFF2-40B4-BE49-F238E27FC236}">
                <a16:creationId xmlns:a16="http://schemas.microsoft.com/office/drawing/2014/main" id="{D15AD499-A029-47FC-AE4C-C5F46AF4C3FF}"/>
              </a:ext>
            </a:extLst>
          </p:cNvPr>
          <p:cNvSpPr>
            <a:spLocks noGrp="1"/>
          </p:cNvSpPr>
          <p:nvPr/>
        </p:nvSpPr>
        <p:spPr>
          <a:xfrm>
            <a:off x="5543550" y="28521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Diagnóstico</a:t>
            </a:r>
            <a:r>
              <a:rPr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falhas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39" name="agenda-num-1">
            <a:extLst>
              <a:ext uri="{FF2B5EF4-FFF2-40B4-BE49-F238E27FC236}">
                <a16:creationId xmlns:a16="http://schemas.microsoft.com/office/drawing/2014/main" id="{2F7AF05D-61E1-4B35-B700-67688CC3E30C}"/>
              </a:ext>
            </a:extLst>
          </p:cNvPr>
          <p:cNvSpPr>
            <a:spLocks noGrp="1"/>
          </p:cNvSpPr>
          <p:nvPr/>
        </p:nvSpPr>
        <p:spPr>
          <a:xfrm>
            <a:off x="5543550" y="34236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0" name="agenda-1">
            <a:extLst>
              <a:ext uri="{FF2B5EF4-FFF2-40B4-BE49-F238E27FC236}">
                <a16:creationId xmlns:a16="http://schemas.microsoft.com/office/drawing/2014/main" id="{7F7C9683-D498-4BFA-A453-4FF009AE10DE}"/>
              </a:ext>
            </a:extLst>
          </p:cNvPr>
          <p:cNvSpPr>
            <a:spLocks noGrp="1"/>
          </p:cNvSpPr>
          <p:nvPr/>
        </p:nvSpPr>
        <p:spPr>
          <a:xfrm>
            <a:off x="5543550" y="38046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Métodos de preenchimento</a:t>
            </a:r>
          </a:p>
        </p:txBody>
      </p:sp>
      <p:sp>
        <p:nvSpPr>
          <p:cNvPr id="41" name="agenda-num-2">
            <a:extLst>
              <a:ext uri="{FF2B5EF4-FFF2-40B4-BE49-F238E27FC236}">
                <a16:creationId xmlns:a16="http://schemas.microsoft.com/office/drawing/2014/main" id="{E48CD7F7-03C4-4F75-BE6B-B2CFA121D17B}"/>
              </a:ext>
            </a:extLst>
          </p:cNvPr>
          <p:cNvSpPr>
            <a:spLocks noGrp="1"/>
          </p:cNvSpPr>
          <p:nvPr/>
        </p:nvSpPr>
        <p:spPr>
          <a:xfrm>
            <a:off x="5543550" y="43761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2" name="agenda-2">
            <a:extLst>
              <a:ext uri="{FF2B5EF4-FFF2-40B4-BE49-F238E27FC236}">
                <a16:creationId xmlns:a16="http://schemas.microsoft.com/office/drawing/2014/main" id="{5F99C25D-EDE6-4F87-87A1-1D0DEFDC6752}"/>
              </a:ext>
            </a:extLst>
          </p:cNvPr>
          <p:cNvSpPr>
            <a:spLocks noGrp="1"/>
          </p:cNvSpPr>
          <p:nvPr/>
        </p:nvSpPr>
        <p:spPr>
          <a:xfrm>
            <a:off x="5543550" y="47571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Dependência, MI e PCA</a:t>
            </a:r>
          </a:p>
        </p:txBody>
      </p:sp>
      <p:sp>
        <p:nvSpPr>
          <p:cNvPr id="43" name="agenda-num-3">
            <a:extLst>
              <a:ext uri="{FF2B5EF4-FFF2-40B4-BE49-F238E27FC236}">
                <a16:creationId xmlns:a16="http://schemas.microsoft.com/office/drawing/2014/main" id="{74F32EDD-7D30-4C12-9058-34A66A830E27}"/>
              </a:ext>
            </a:extLst>
          </p:cNvPr>
          <p:cNvSpPr>
            <a:spLocks noGrp="1"/>
          </p:cNvSpPr>
          <p:nvPr/>
        </p:nvSpPr>
        <p:spPr>
          <a:xfrm>
            <a:off x="5543550" y="53286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4" name="agenda-3">
            <a:extLst>
              <a:ext uri="{FF2B5EF4-FFF2-40B4-BE49-F238E27FC236}">
                <a16:creationId xmlns:a16="http://schemas.microsoft.com/office/drawing/2014/main" id="{630528A9-CE76-47E5-A146-FA2B781017DF}"/>
              </a:ext>
            </a:extLst>
          </p:cNvPr>
          <p:cNvSpPr>
            <a:spLocks noGrp="1"/>
          </p:cNvSpPr>
          <p:nvPr/>
        </p:nvSpPr>
        <p:spPr>
          <a:xfrm>
            <a:off x="5543550" y="57096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</a:t>
            </a:r>
            <a:r>
              <a:rPr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e </a:t>
            </a:r>
            <a:r>
              <a:rPr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métricas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4" name="agenda-num-0">
            <a:extLst>
              <a:ext uri="{FF2B5EF4-FFF2-40B4-BE49-F238E27FC236}">
                <a16:creationId xmlns:a16="http://schemas.microsoft.com/office/drawing/2014/main" id="{C8F3E463-6157-AF42-B82D-A273F60CA84D}"/>
              </a:ext>
            </a:extLst>
          </p:cNvPr>
          <p:cNvSpPr>
            <a:spLocks noGrp="1"/>
          </p:cNvSpPr>
          <p:nvPr/>
        </p:nvSpPr>
        <p:spPr>
          <a:xfrm>
            <a:off x="5543548" y="16710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endParaRPr sz="1650" b="1" i="0" dirty="0">
              <a:solidFill>
                <a:srgbClr val="83D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7" name="agenda-0">
            <a:extLst>
              <a:ext uri="{FF2B5EF4-FFF2-40B4-BE49-F238E27FC236}">
                <a16:creationId xmlns:a16="http://schemas.microsoft.com/office/drawing/2014/main" id="{AB10A331-AD3F-0DF9-3D49-73CB8108F127}"/>
              </a:ext>
            </a:extLst>
          </p:cNvPr>
          <p:cNvSpPr>
            <a:spLocks noGrp="1"/>
          </p:cNvSpPr>
          <p:nvPr/>
        </p:nvSpPr>
        <p:spPr>
          <a:xfrm>
            <a:off x="5543548" y="20520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Baseados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em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Dados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83490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5EE9F-3778-B1A0-67BD-B91A3061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3DEC1-BCC7-E6EF-5333-BDFF6A682E4E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DEA8E-6882-0637-C882-A0E53718D4F7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45FEC-A7AA-D91B-D97E-F9A00D2DB4F5}"/>
              </a:ext>
            </a:extLst>
          </p:cNvPr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processo físico ao modelo baseado em dados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18C656-2D08-9101-03F1-9345ABCDD495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CC09CD-B301-3EDD-41D4-7B29FCE82BB3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082429-DF7C-85EF-F96E-7DBDA656BF13}"/>
              </a:ext>
            </a:extLst>
          </p:cNvPr>
          <p:cNvSpPr/>
          <p:nvPr/>
        </p:nvSpPr>
        <p:spPr>
          <a:xfrm>
            <a:off x="640080" y="2011680"/>
            <a:ext cx="329184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81ADC-E6DA-C7D3-5D3D-34F240F2F9BF}"/>
              </a:ext>
            </a:extLst>
          </p:cNvPr>
          <p:cNvSpPr txBox="1"/>
          <p:nvPr/>
        </p:nvSpPr>
        <p:spPr>
          <a:xfrm>
            <a:off x="86868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Fisicamente embasado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E3B74-8684-2FFE-9869-7A77BA2B447F}"/>
              </a:ext>
            </a:extLst>
          </p:cNvPr>
          <p:cNvSpPr txBox="1"/>
          <p:nvPr/>
        </p:nvSpPr>
        <p:spPr>
          <a:xfrm>
            <a:off x="914400" y="2971800"/>
            <a:ext cx="27432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Equações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de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conservação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Representação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espacial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Parâmetros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físicos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5F8FC"/>
                </a:solidFill>
                <a:latin typeface="Aptos"/>
              </a:rPr>
              <a:t>Ex.: SWAT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3D66FB-764F-9D6C-C891-B5FC8AF3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579" y="1975083"/>
            <a:ext cx="5198119" cy="390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2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processo físico ao modelo baseado em dados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329184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AA3F"/>
                </a:solidFill>
                <a:effectLst/>
                <a:uLnTx/>
                <a:uFillTx/>
                <a:latin typeface="Aptos"/>
              </a:rPr>
              <a:t>Conceitual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Reservatórios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conceituais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Parâmetros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calibrados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Ex.: Sacramento, GR4J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384E87-DECC-6C7C-6F39-F042E29A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65960"/>
            <a:ext cx="490439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8EE11-A3DA-0617-B5F7-FC16B060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4B8B7-052E-7E1A-80DA-B47402D1C6D8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A5B63-CBDF-EBD6-0A69-F63802812279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BA455-9003-2145-396F-8D5539C6B1AC}"/>
              </a:ext>
            </a:extLst>
          </p:cNvPr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processo físico ao modelo baseado em dados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B2329AF-0AA3-C04A-DD01-281F509293CB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AEBFD8-E403-6239-AEE9-39DEB899DAE7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0D9B59-E0FF-1775-9C7C-072FFE055275}"/>
              </a:ext>
            </a:extLst>
          </p:cNvPr>
          <p:cNvSpPr/>
          <p:nvPr/>
        </p:nvSpPr>
        <p:spPr>
          <a:xfrm>
            <a:off x="594360" y="2258568"/>
            <a:ext cx="323120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F3B05F-A3FA-630C-69CA-D01BCFEEB742}"/>
              </a:ext>
            </a:extLst>
          </p:cNvPr>
          <p:cNvSpPr txBox="1"/>
          <p:nvPr/>
        </p:nvSpPr>
        <p:spPr>
          <a:xfrm>
            <a:off x="822960" y="2532888"/>
            <a:ext cx="278242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Baseado em dados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29DB2-A1C7-4CCE-C962-73B6B3CD13A4}"/>
              </a:ext>
            </a:extLst>
          </p:cNvPr>
          <p:cNvSpPr txBox="1"/>
          <p:nvPr/>
        </p:nvSpPr>
        <p:spPr>
          <a:xfrm>
            <a:off x="868680" y="3218688"/>
            <a:ext cx="2692667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Relações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aprendidas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dos dados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Poucas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hipóteses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explícitas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Ex.: MLP, LSTM</a:t>
            </a:r>
          </a:p>
        </p:txBody>
      </p:sp>
      <p:pic>
        <p:nvPicPr>
          <p:cNvPr id="19" name="Google Shape;368;p19" descr="Diagrama&#10;&#10;Descrição gerada automaticamente">
            <a:extLst>
              <a:ext uri="{FF2B5EF4-FFF2-40B4-BE49-F238E27FC236}">
                <a16:creationId xmlns:a16="http://schemas.microsoft.com/office/drawing/2014/main" id="{CDA16D41-0645-30DA-07BE-750ED0F25E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74649" y="1741913"/>
            <a:ext cx="5150277" cy="3502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968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374C3-5DFA-6571-A605-B7AD6B32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EE7CE-3B42-E90A-A5A5-1CC53FA6C504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0AEA1-D36E-E362-1D74-C9F69563D2C8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EA4AC-9516-6CC1-C581-524D2224D4A8}"/>
              </a:ext>
            </a:extLst>
          </p:cNvPr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processo físico ao modelo baseado em dados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8B6B82F-65DE-7D6A-9072-95122727AEFF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566701-92DB-7373-8A1A-50AD7720085C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3897AD-5498-D392-545D-38FAB9E48F94}"/>
              </a:ext>
            </a:extLst>
          </p:cNvPr>
          <p:cNvSpPr/>
          <p:nvPr/>
        </p:nvSpPr>
        <p:spPr>
          <a:xfrm>
            <a:off x="640080" y="2011680"/>
            <a:ext cx="329184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E650E0-A9B7-5113-91DC-EB4C9547F784}"/>
              </a:ext>
            </a:extLst>
          </p:cNvPr>
          <p:cNvSpPr/>
          <p:nvPr/>
        </p:nvSpPr>
        <p:spPr>
          <a:xfrm>
            <a:off x="4434840" y="2011680"/>
            <a:ext cx="329184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B02C8F-C090-5A8E-C967-904B43BED37B}"/>
              </a:ext>
            </a:extLst>
          </p:cNvPr>
          <p:cNvSpPr/>
          <p:nvPr/>
        </p:nvSpPr>
        <p:spPr>
          <a:xfrm>
            <a:off x="8229600" y="2011680"/>
            <a:ext cx="3291840" cy="2468880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C193A3-538E-CBFC-9E11-DB026304A252}"/>
              </a:ext>
            </a:extLst>
          </p:cNvPr>
          <p:cNvSpPr txBox="1"/>
          <p:nvPr/>
        </p:nvSpPr>
        <p:spPr>
          <a:xfrm>
            <a:off x="86868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Fisicamente embasado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9D55D-3BAF-F17D-29EC-C70222B95C20}"/>
              </a:ext>
            </a:extLst>
          </p:cNvPr>
          <p:cNvSpPr txBox="1"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AA3F"/>
                </a:solidFill>
                <a:effectLst/>
                <a:uLnTx/>
                <a:uFillTx/>
                <a:latin typeface="Aptos"/>
              </a:rPr>
              <a:t>Conceitual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D816A-F4AB-FA5C-336A-0FD947C4D644}"/>
              </a:ext>
            </a:extLst>
          </p:cNvPr>
          <p:cNvSpPr txBox="1"/>
          <p:nvPr/>
        </p:nvSpPr>
        <p:spPr>
          <a:xfrm>
            <a:off x="845820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Baseado em dados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A3E06-5CBB-6D9D-4603-5B4390AF4518}"/>
              </a:ext>
            </a:extLst>
          </p:cNvPr>
          <p:cNvSpPr txBox="1"/>
          <p:nvPr/>
        </p:nvSpPr>
        <p:spPr>
          <a:xfrm>
            <a:off x="914400" y="29718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Equações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de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conservação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Representação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espacial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
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Parâmetros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físicos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645F7-B0FE-B061-921C-6CC1C229E69B}"/>
              </a:ext>
            </a:extLst>
          </p:cNvPr>
          <p:cNvSpPr txBox="1"/>
          <p:nvPr/>
        </p:nvSpPr>
        <p:spPr>
          <a:xfrm>
            <a:off x="4709160" y="29718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Reservatórios conceituais
Parâmetros calibrados
Ex.: Sacramento, GR4J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BA944-B112-2752-C4A3-710ADEC58F12}"/>
              </a:ext>
            </a:extLst>
          </p:cNvPr>
          <p:cNvSpPr txBox="1"/>
          <p:nvPr/>
        </p:nvSpPr>
        <p:spPr>
          <a:xfrm>
            <a:off x="8503920" y="29718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Relações aprendidas dos dados
Poucas hipóteses explícitas
Ex.: MLP, LSTM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311D369E-E37C-7841-F12D-CEE58CFC3E35}"/>
              </a:ext>
            </a:extLst>
          </p:cNvPr>
          <p:cNvCxnSpPr/>
          <p:nvPr/>
        </p:nvCxnSpPr>
        <p:spPr>
          <a:xfrm>
            <a:off x="3931920" y="3246120"/>
            <a:ext cx="457200" cy="0"/>
          </a:xfrm>
          <a:prstGeom prst="line">
            <a:avLst/>
          </a:prstGeom>
          <a:ln w="25400">
            <a:solidFill>
              <a:srgbClr val="AEB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2EEC7EDD-F308-CD41-A8DF-3A3203A313E7}"/>
              </a:ext>
            </a:extLst>
          </p:cNvPr>
          <p:cNvCxnSpPr/>
          <p:nvPr/>
        </p:nvCxnSpPr>
        <p:spPr>
          <a:xfrm>
            <a:off x="7726679" y="3246120"/>
            <a:ext cx="457200" cy="0"/>
          </a:xfrm>
          <a:prstGeom prst="line">
            <a:avLst/>
          </a:prstGeom>
          <a:ln w="25400">
            <a:solidFill>
              <a:srgbClr val="AEB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4D3095D-DEF6-6A62-C4F2-3D2EB50BFE55}"/>
              </a:ext>
            </a:extLst>
          </p:cNvPr>
          <p:cNvSpPr txBox="1"/>
          <p:nvPr/>
        </p:nvSpPr>
        <p:spPr>
          <a:xfrm>
            <a:off x="2011680" y="5148071"/>
            <a:ext cx="8138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pergunta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muda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: de “quais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processos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representar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?” para “quais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padrões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os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dados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permitem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aprender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302770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24C45-82B9-23DB-B0D4-72019648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E11B7-6A80-94A8-48DD-BC9137E3AAD6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964B2-C29D-E0EE-0F0C-868DAABA80C9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A22E8-7C70-91D2-972F-79369BE7B1E8}"/>
              </a:ext>
            </a:extLst>
          </p:cNvPr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processo físico ao modelo baseado em dados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3396F2B-4B00-BE1C-6F5D-4B521B92E93F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CC70D7-6E61-19B1-6EF8-E2FE44EF29B6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29677F-2C05-D932-C82E-F4FC6921FED2}"/>
              </a:ext>
            </a:extLst>
          </p:cNvPr>
          <p:cNvSpPr/>
          <p:nvPr/>
        </p:nvSpPr>
        <p:spPr>
          <a:xfrm>
            <a:off x="594359" y="1842164"/>
            <a:ext cx="3969173" cy="4179511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5E065-FABD-AF19-2DAF-3FBF7FC55A59}"/>
              </a:ext>
            </a:extLst>
          </p:cNvPr>
          <p:cNvSpPr txBox="1"/>
          <p:nvPr/>
        </p:nvSpPr>
        <p:spPr>
          <a:xfrm>
            <a:off x="822960" y="1969831"/>
            <a:ext cx="278242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Baseado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em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39D29F"/>
                </a:solidFill>
                <a:effectLst/>
                <a:uLnTx/>
                <a:uFillTx/>
                <a:latin typeface="Aptos"/>
              </a:rPr>
              <a:t> dados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04AA9-CAED-C6B9-0700-FC9335F7D168}"/>
              </a:ext>
            </a:extLst>
          </p:cNvPr>
          <p:cNvSpPr txBox="1"/>
          <p:nvPr/>
        </p:nvSpPr>
        <p:spPr>
          <a:xfrm>
            <a:off x="868680" y="2547257"/>
            <a:ext cx="3432387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Aprendem relações entre variáveis de entrada e saída a partir de um conjunto de dados;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M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odelos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orientados por dados (data-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driven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BR" sz="1400" dirty="0">
                <a:solidFill>
                  <a:srgbClr val="F5F8FC"/>
                </a:solidFill>
              </a:rPr>
              <a:t>Diferentemente dos modelos fisicamente embasados ou conceituais, não representam explicitamente os processos físicos do sistema;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BR" sz="1400" dirty="0">
                <a:solidFill>
                  <a:srgbClr val="F5F8FC"/>
                </a:solidFill>
              </a:rPr>
              <a:t>Podem variar de modelos relativamente simples, como regressões a Redes Neurais mais complexas (ex.: GNN, LSTM, CNN)</a:t>
            </a:r>
          </a:p>
        </p:txBody>
      </p:sp>
      <p:pic>
        <p:nvPicPr>
          <p:cNvPr id="19" name="Google Shape;368;p19" descr="Diagrama&#10;&#10;Descrição gerada automaticamente">
            <a:extLst>
              <a:ext uri="{FF2B5EF4-FFF2-40B4-BE49-F238E27FC236}">
                <a16:creationId xmlns:a16="http://schemas.microsoft.com/office/drawing/2014/main" id="{D797C36B-B7D1-6076-E95F-5804BEE1A0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74649" y="1741913"/>
            <a:ext cx="5150277" cy="3502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564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30749-50D3-2DC3-C9FA-CF190D13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B7FB96-3328-6C8F-5155-E1DE736A668A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12D1E-690E-5654-09D2-C019C7653146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F6711-2A14-DEB6-E082-D92F62925F7D}"/>
              </a:ext>
            </a:extLst>
          </p:cNvPr>
          <p:cNvSpPr txBox="1"/>
          <p:nvPr/>
        </p:nvSpPr>
        <p:spPr>
          <a:xfrm>
            <a:off x="411480" y="9326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Do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processo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físico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baseado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em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dados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62FB111-902C-CF42-541D-F524E1D06983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708F51-DC6E-F2DC-4E93-8447F0D0AD3E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CF0849-23C6-970F-43CD-7EFBE6919F4F}"/>
              </a:ext>
            </a:extLst>
          </p:cNvPr>
          <p:cNvSpPr/>
          <p:nvPr/>
        </p:nvSpPr>
        <p:spPr>
          <a:xfrm>
            <a:off x="411481" y="1710267"/>
            <a:ext cx="4152052" cy="4717963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ACC2B6-2AAA-9664-7A17-C0C1360F62A0}"/>
              </a:ext>
            </a:extLst>
          </p:cNvPr>
          <p:cNvSpPr txBox="1"/>
          <p:nvPr/>
        </p:nvSpPr>
        <p:spPr>
          <a:xfrm>
            <a:off x="792480" y="1861316"/>
            <a:ext cx="3694852" cy="4401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Inteligência Artificial (IA)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Área ampla que busca desenvolver sistemas capazes de realizar tarefas que normalmente exigem inteligência humana.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Engloba diferentes técnicas e abordagens, incluindo o Machine Learning.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Machine Learning (ML)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Algoritmos que aprendem padrões e relações a partir dos dados.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Não exige que todas as regras sejam explicitamente programadas.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Inclui regressão, árvores de decisão, Random Forest, SVM e redes neurais.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Deep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Learning (DL)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É um subconjunto de Machine Learning.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Baseia-se em redes neurais profundas, com múltiplas camadas.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Exemplos: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CNNs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,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RNNs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e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LSTMs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.</a:t>
            </a:r>
          </a:p>
        </p:txBody>
      </p:sp>
      <p:pic>
        <p:nvPicPr>
          <p:cNvPr id="8" name="Google Shape;345;p17" descr="Uma imagem contendo Aplicativo&#10;&#10;Descrição gerada automaticamente">
            <a:extLst>
              <a:ext uri="{FF2B5EF4-FFF2-40B4-BE49-F238E27FC236}">
                <a16:creationId xmlns:a16="http://schemas.microsoft.com/office/drawing/2014/main" id="{AF4808A9-E359-F629-64EC-FD59D3A757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6166"/>
          <a:stretch>
            <a:fillRect/>
          </a:stretch>
        </p:blipFill>
        <p:spPr>
          <a:xfrm>
            <a:off x="5448406" y="2167533"/>
            <a:ext cx="6552924" cy="3598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970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CE64E-292A-9218-246C-FE31D977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A38A4-B0A7-0BCF-519D-2448B7F3CB59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63F13-C6A7-0A87-1C34-C97C3786AB18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81D35-C16D-C497-A0EF-F1FB815D0AAB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supervisionado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x 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não-supervisionado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29C1D48-1B31-CFC0-35A7-7BF2B64602B2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FE569F-D640-C5D9-730C-6679C9AF586D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D11E6D-DBA3-36C8-DAA2-76D61534A3A1}"/>
              </a:ext>
            </a:extLst>
          </p:cNvPr>
          <p:cNvSpPr/>
          <p:nvPr/>
        </p:nvSpPr>
        <p:spPr>
          <a:xfrm>
            <a:off x="411481" y="1710267"/>
            <a:ext cx="4152052" cy="4717963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E48B3-7216-B0A0-57A2-9FB62CAEDB6D}"/>
              </a:ext>
            </a:extLst>
          </p:cNvPr>
          <p:cNvSpPr txBox="1"/>
          <p:nvPr/>
        </p:nvSpPr>
        <p:spPr>
          <a:xfrm>
            <a:off x="792480" y="1861316"/>
            <a:ext cx="3694852" cy="37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supervisionado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 modelo aprende a partir de exemplos em que as entradas e as respostas esperadas são conhecidas.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Durante o aprendizado, o modelo busca encontrar uma relação entre as entradas e a variável de interesse: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É utilizado principalmente em problemas de regressão e classificação.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1: utilizar chuva e vazões observadas para prever a vazão futura.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2: utilizar informações espectrais do Sentinel como variáveis de entrada e medições de turbidez realizadas em campo como variável-alvo para desenvolver um modelo de estimativa da turbidez.</a:t>
            </a:r>
          </a:p>
        </p:txBody>
      </p:sp>
      <p:pic>
        <p:nvPicPr>
          <p:cNvPr id="8" name="Google Shape;368;p19" descr="Diagrama&#10;&#10;Descrição gerada automaticamente">
            <a:extLst>
              <a:ext uri="{FF2B5EF4-FFF2-40B4-BE49-F238E27FC236}">
                <a16:creationId xmlns:a16="http://schemas.microsoft.com/office/drawing/2014/main" id="{1F0947E7-7041-D52D-08F6-AC53A0ECE5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88001" y="2049268"/>
            <a:ext cx="5566942" cy="3785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0635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2628F-F035-88C4-6477-5ED59D17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59E23-4B4D-8C57-C33F-CE82F15A322F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852B1-9215-45C2-27E9-0408B4102A86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B0E23-C224-D39D-251E-83D78FAC3981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supervisionado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x 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não-supervisionado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40F9E65-B250-F264-F80F-BFDBF563E52E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86B248-8DBE-7CCD-04B3-7D48F027DFB7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66E043-1B0D-9E55-EB46-8E56DB479B76}"/>
              </a:ext>
            </a:extLst>
          </p:cNvPr>
          <p:cNvSpPr/>
          <p:nvPr/>
        </p:nvSpPr>
        <p:spPr>
          <a:xfrm>
            <a:off x="411481" y="1710267"/>
            <a:ext cx="4152052" cy="4717963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E8321-CC9C-929D-0455-909484489ED5}"/>
              </a:ext>
            </a:extLst>
          </p:cNvPr>
          <p:cNvSpPr txBox="1"/>
          <p:nvPr/>
        </p:nvSpPr>
        <p:spPr>
          <a:xfrm>
            <a:off x="792480" y="1861316"/>
            <a:ext cx="3694852" cy="37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supervisionado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 modelo aprende a partir de exemplos em que as entradas e as respostas esperadas são conhecidas.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Durante o aprendizado, o modelo busca encontrar uma relação entre as entradas e a variável de interesse: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É utilizado principalmente em problemas de regressão e classificação.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1: utilizar chuva e vazões observadas para prever a vazão futura.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2: utilizar informações espectrais do Sentinel como variáveis de entrada e medições de turbidez realizadas em campo como variável-alvo para desenvolver um modelo de estimativa da turbidez.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CC95C-1391-B049-9AA5-DBB70C06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532" y="3242311"/>
            <a:ext cx="3596216" cy="2779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3416CD-3588-A86E-1950-675EFD87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528" y="1749647"/>
            <a:ext cx="3140819" cy="42719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7EA2E2-A6E9-56EA-B819-5AE9060EF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804" y="1659876"/>
            <a:ext cx="3271672" cy="144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5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E299F-3F7D-EE0E-9FAD-D4CABE6C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0B797C-5108-45FE-1835-BD8DE1B9F019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1B82E-E15C-766F-0F46-CF18F0A3B48E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DD3BE-032A-D988-940C-61C5F7CAF5BB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supervisionado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x Aprendizado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não-supervisionado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BE0C31D-6A31-8DE3-A010-B1D4ABFC26AC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CB12A9-6CF9-3128-0CD7-4899CC42D338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D9C765-40FC-8576-93E9-6BA8D1B1A4F9}"/>
              </a:ext>
            </a:extLst>
          </p:cNvPr>
          <p:cNvSpPr/>
          <p:nvPr/>
        </p:nvSpPr>
        <p:spPr>
          <a:xfrm>
            <a:off x="411481" y="1710267"/>
            <a:ext cx="4152052" cy="4717963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A5D983-FBD3-8071-9FFA-D98250D50958}"/>
              </a:ext>
            </a:extLst>
          </p:cNvPr>
          <p:cNvSpPr txBox="1"/>
          <p:nvPr/>
        </p:nvSpPr>
        <p:spPr>
          <a:xfrm>
            <a:off x="792480" y="1861316"/>
            <a:ext cx="3694852" cy="3323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Aprendizado não-supervisionado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 modelo aprende a partir de dados em que as entradas são conhecidas, mas não existe uma resposta ou variável-alvo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Durante o aprendizado, o modelo busca identificar padrões, estruturas e relações existentes nos próprios dados.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1: agrupar bacias hidrográficas com características semelhantes a partir de variáveis fisiográficas e hidrológicas.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Exemplo 2: utilizar PCA para reduzir a dimensionalidade de um conjunto de variáveis hidrometeorológicas, preservando a maior parte da informação presente nos dados.</a:t>
            </a:r>
          </a:p>
        </p:txBody>
      </p:sp>
      <p:pic>
        <p:nvPicPr>
          <p:cNvPr id="8" name="Google Shape;379;p20" descr="Diagrama&#10;&#10;Descrição gerada automaticamente">
            <a:extLst>
              <a:ext uri="{FF2B5EF4-FFF2-40B4-BE49-F238E27FC236}">
                <a16:creationId xmlns:a16="http://schemas.microsoft.com/office/drawing/2014/main" id="{9D98E42C-1903-6AD1-37A8-782F40DA3A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7880" y="2101127"/>
            <a:ext cx="5150277" cy="3515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42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9A0FD-B8A3-B7FF-DF7E-1C9238A8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35563A-FBE7-5B71-BD1B-BE158A4E71DA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E2A42-48DA-F0CB-8810-5AD88EEBAC69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B253B-FEF7-3392-065C-C5FE7B825486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Treinamento ×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Validação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× Teste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117E0C9-2B00-5647-78BA-740889C7A738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AA6DD7-806B-62EE-191B-C2358EF71BCD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2CA91E5B-D84A-1906-24E4-E202C39C9423}"/>
              </a:ext>
            </a:extLst>
          </p:cNvPr>
          <p:cNvSpPr/>
          <p:nvPr/>
        </p:nvSpPr>
        <p:spPr>
          <a:xfrm>
            <a:off x="502920" y="1965960"/>
            <a:ext cx="3520440" cy="2067023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F71C9C-B406-385D-0998-C068B9174356}"/>
              </a:ext>
            </a:extLst>
          </p:cNvPr>
          <p:cNvSpPr txBox="1"/>
          <p:nvPr/>
        </p:nvSpPr>
        <p:spPr>
          <a:xfrm>
            <a:off x="667512" y="2130552"/>
            <a:ext cx="31912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83DFFF"/>
                </a:solidFill>
                <a:latin typeface="JetBrains Mono ExtraBold"/>
              </a:rPr>
              <a:t>TREINAMENTO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3A4EE-53E7-F91A-380D-D271F24ACB33}"/>
              </a:ext>
            </a:extLst>
          </p:cNvPr>
          <p:cNvSpPr txBox="1"/>
          <p:nvPr/>
        </p:nvSpPr>
        <p:spPr>
          <a:xfrm>
            <a:off x="667512" y="2560320"/>
            <a:ext cx="3191256" cy="2532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  <a:latin typeface="JetBrains Mono"/>
              </a:rPr>
              <a:t>•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Ajusta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os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parâmetros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do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modelo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
• O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modelo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aprende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as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relações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entre X e Y.
• É a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parcela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efetivamente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utilizada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no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aprendizado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743BADFD-C011-CDD1-35B7-A33A780BF625}"/>
              </a:ext>
            </a:extLst>
          </p:cNvPr>
          <p:cNvSpPr/>
          <p:nvPr/>
        </p:nvSpPr>
        <p:spPr>
          <a:xfrm>
            <a:off x="4315968" y="1965960"/>
            <a:ext cx="3520440" cy="2067025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3B79E-8037-C50C-FBCC-43C81CD6865B}"/>
              </a:ext>
            </a:extLst>
          </p:cNvPr>
          <p:cNvSpPr txBox="1"/>
          <p:nvPr/>
        </p:nvSpPr>
        <p:spPr>
          <a:xfrm>
            <a:off x="4480559" y="2130552"/>
            <a:ext cx="31912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83DFFF"/>
                </a:solidFill>
                <a:latin typeface="JetBrains Mono ExtraBold"/>
              </a:rPr>
              <a:t>VALIDAÇÃO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E6B39-3102-BF44-BDA1-8C8E888743E5}"/>
              </a:ext>
            </a:extLst>
          </p:cNvPr>
          <p:cNvSpPr txBox="1"/>
          <p:nvPr/>
        </p:nvSpPr>
        <p:spPr>
          <a:xfrm>
            <a:off x="4480559" y="2560320"/>
            <a:ext cx="3191256" cy="1124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Compara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configurações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e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hiperparâmetros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
Auxilia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na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seleção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do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modelo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
</a:t>
            </a:r>
            <a:r>
              <a:rPr lang="en-US" sz="1250" dirty="0">
                <a:solidFill>
                  <a:srgbClr val="FFFFFF"/>
                </a:solidFill>
                <a:latin typeface="JetBrains Mono"/>
              </a:rPr>
              <a:t>Orienta 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o </a:t>
            </a:r>
            <a:r>
              <a:rPr lang="en-US" sz="1250" b="0" i="0" dirty="0" err="1">
                <a:solidFill>
                  <a:srgbClr val="FFFFFF"/>
                </a:solidFill>
                <a:latin typeface="JetBrains Mono"/>
              </a:rPr>
              <a:t>critério</a:t>
            </a:r>
            <a:r>
              <a:rPr lang="en-US" sz="1250" b="0" i="0" dirty="0">
                <a:solidFill>
                  <a:srgbClr val="FFFFFF"/>
                </a:solidFill>
                <a:latin typeface="JetBrains Mono"/>
              </a:rPr>
              <a:t> de </a:t>
            </a:r>
            <a:r>
              <a:rPr lang="en-US" sz="1250" b="0" i="0" dirty="0" err="1">
                <a:solidFill>
                  <a:srgbClr val="FFFFFF"/>
                </a:solidFill>
                <a:latin typeface="JetBrains Mono"/>
              </a:rPr>
              <a:t>parada</a:t>
            </a:r>
            <a:r>
              <a:rPr lang="en-US" sz="1250" b="0" i="0" dirty="0">
                <a:solidFill>
                  <a:srgbClr val="FFFFFF"/>
                </a:solidFill>
                <a:latin typeface="JetBrains Mono"/>
              </a:rPr>
              <a:t> (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early stopping</a:t>
            </a:r>
            <a:r>
              <a:rPr lang="en-US" sz="1250" b="0" i="0" dirty="0">
                <a:solidFill>
                  <a:srgbClr val="FFFFFF"/>
                </a:solidFill>
                <a:latin typeface="JetBrains Mono"/>
              </a:rPr>
              <a:t>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50" b="0" i="0" dirty="0">
                <a:solidFill>
                  <a:srgbClr val="FFFFFF"/>
                </a:solidFill>
                <a:latin typeface="JetBrains Mono"/>
              </a:rPr>
              <a:t>Fundamental para </a:t>
            </a:r>
            <a:r>
              <a:rPr lang="en-US" sz="1250" b="0" i="0" dirty="0" err="1">
                <a:solidFill>
                  <a:srgbClr val="FFFFFF"/>
                </a:solidFill>
                <a:latin typeface="JetBrains Mono"/>
              </a:rPr>
              <a:t>avali</a:t>
            </a:r>
            <a:r>
              <a:rPr lang="en-US" sz="1250" dirty="0" err="1">
                <a:solidFill>
                  <a:srgbClr val="FFFFFF"/>
                </a:solidFill>
                <a:latin typeface="JetBrains Mono"/>
              </a:rPr>
              <a:t>ãção</a:t>
            </a:r>
            <a:r>
              <a:rPr lang="en-US" sz="1250" dirty="0">
                <a:solidFill>
                  <a:srgbClr val="FFFFFF"/>
                </a:solidFill>
                <a:latin typeface="JetBrains Mono"/>
              </a:rPr>
              <a:t> de overfitting</a:t>
            </a:r>
            <a:endParaRPr lang="en-US" sz="1250" b="0" i="0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A9B9E30C-3190-27AC-D172-08F14A5228CB}"/>
              </a:ext>
            </a:extLst>
          </p:cNvPr>
          <p:cNvSpPr/>
          <p:nvPr/>
        </p:nvSpPr>
        <p:spPr>
          <a:xfrm>
            <a:off x="8119872" y="1965960"/>
            <a:ext cx="3520440" cy="2067021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43A7B5-B3B4-98A6-530A-74D0BE671D11}"/>
              </a:ext>
            </a:extLst>
          </p:cNvPr>
          <p:cNvSpPr txBox="1"/>
          <p:nvPr/>
        </p:nvSpPr>
        <p:spPr>
          <a:xfrm>
            <a:off x="8284464" y="2130552"/>
            <a:ext cx="31912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83DFFF"/>
                </a:solidFill>
                <a:latin typeface="JetBrains Mono ExtraBold"/>
              </a:rPr>
              <a:t>TESTE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37F08D-5741-BBEB-1123-64777BA870A3}"/>
              </a:ext>
            </a:extLst>
          </p:cNvPr>
          <p:cNvSpPr txBox="1"/>
          <p:nvPr/>
        </p:nvSpPr>
        <p:spPr>
          <a:xfrm>
            <a:off x="8284464" y="2560320"/>
            <a:ext cx="3191256" cy="2532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  <a:latin typeface="JetBrains Mono"/>
              </a:rPr>
              <a:t>•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Avaliação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final e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independente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
•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Não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participa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do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treinamento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nem da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seleção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
• Estima a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capacidade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 de </a:t>
            </a:r>
            <a:r>
              <a:rPr sz="1250" b="0" i="0" dirty="0" err="1">
                <a:solidFill>
                  <a:srgbClr val="FFFFFF"/>
                </a:solidFill>
                <a:latin typeface="JetBrains Mono"/>
              </a:rPr>
              <a:t>generalização</a:t>
            </a:r>
            <a:r>
              <a:rPr sz="1250" b="0" i="0" dirty="0">
                <a:solidFill>
                  <a:srgbClr val="FFFFFF"/>
                </a:solidFill>
                <a:latin typeface="JetBrains Mon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2734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6A208-E7BB-6289-4D5A-FBB86BB4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B9675-8066-6298-5D57-8EBB9D480098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0F277-48AD-6771-499E-3251FD62607C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CA9B1-818B-1B19-F8C8-38B41C26BFC3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Treinamento ×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Validação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× Teste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AEFC1F3-A211-0BC9-8966-D0F880CD7118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359050-A8D2-8CC9-F9C2-EE9BBDF14C52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pic>
        <p:nvPicPr>
          <p:cNvPr id="8" name="object 28">
            <a:extLst>
              <a:ext uri="{FF2B5EF4-FFF2-40B4-BE49-F238E27FC236}">
                <a16:creationId xmlns:a16="http://schemas.microsoft.com/office/drawing/2014/main" id="{DDFDB2DC-A2C9-16B5-46C3-7D9B7F9852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000" y="1807527"/>
            <a:ext cx="4434840" cy="4279805"/>
          </a:xfrm>
          <a:prstGeom prst="rect">
            <a:avLst/>
          </a:prstGeom>
        </p:spPr>
      </p:pic>
      <p:pic>
        <p:nvPicPr>
          <p:cNvPr id="18" name="object 14">
            <a:extLst>
              <a:ext uri="{FF2B5EF4-FFF2-40B4-BE49-F238E27FC236}">
                <a16:creationId xmlns:a16="http://schemas.microsoft.com/office/drawing/2014/main" id="{A747FB27-B6E1-80F6-9412-466409DD62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518" y="2388698"/>
            <a:ext cx="7334650" cy="314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0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38B95-8D0B-2FEB-CE42-EDBF093B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F0470E-7A30-C2C0-53EF-6EB3520488F6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B1A95-D1A3-72B5-A8F8-C764A5E909B7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7A6F3-ADA7-08BB-9D17-99CE753BEEE7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Treinamento ×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Validação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× Teste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DC53A03-8D8D-2583-71B0-6DBAFDE3410A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3E6739-8FCC-F9EB-5A52-BB0598DC5EBF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pic>
        <p:nvPicPr>
          <p:cNvPr id="8" name="object 28">
            <a:extLst>
              <a:ext uri="{FF2B5EF4-FFF2-40B4-BE49-F238E27FC236}">
                <a16:creationId xmlns:a16="http://schemas.microsoft.com/office/drawing/2014/main" id="{F763DC46-F154-AD99-5F62-862CDEA316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000" y="1807527"/>
            <a:ext cx="4434840" cy="4279805"/>
          </a:xfrm>
          <a:prstGeom prst="rect">
            <a:avLst/>
          </a:prstGeom>
        </p:spPr>
      </p:pic>
      <p:pic>
        <p:nvPicPr>
          <p:cNvPr id="18" name="object 14">
            <a:extLst>
              <a:ext uri="{FF2B5EF4-FFF2-40B4-BE49-F238E27FC236}">
                <a16:creationId xmlns:a16="http://schemas.microsoft.com/office/drawing/2014/main" id="{7BF9C742-5A47-6556-7DB4-1B77F5DA11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518" y="2388698"/>
            <a:ext cx="7334650" cy="3148301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C997254E-BCAB-A918-F4BD-8DAD5F86E2B5}"/>
              </a:ext>
            </a:extLst>
          </p:cNvPr>
          <p:cNvSpPr/>
          <p:nvPr/>
        </p:nvSpPr>
        <p:spPr>
          <a:xfrm rot="2700000">
            <a:off x="6268452" y="264617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ject 20">
            <a:extLst>
              <a:ext uri="{FF2B5EF4-FFF2-40B4-BE49-F238E27FC236}">
                <a16:creationId xmlns:a16="http://schemas.microsoft.com/office/drawing/2014/main" id="{CCFC49E2-F5C7-5C55-AEDA-1FF834E363A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5563" y="1807527"/>
            <a:ext cx="2837942" cy="1890776"/>
          </a:xfrm>
          <a:prstGeom prst="rect">
            <a:avLst/>
          </a:prstGeom>
        </p:spPr>
      </p:pic>
      <p:grpSp>
        <p:nvGrpSpPr>
          <p:cNvPr id="11" name="object 21">
            <a:extLst>
              <a:ext uri="{FF2B5EF4-FFF2-40B4-BE49-F238E27FC236}">
                <a16:creationId xmlns:a16="http://schemas.microsoft.com/office/drawing/2014/main" id="{7D4F9282-8E5F-222D-EAB4-9CD3D3A5CC3E}"/>
              </a:ext>
            </a:extLst>
          </p:cNvPr>
          <p:cNvGrpSpPr/>
          <p:nvPr/>
        </p:nvGrpSpPr>
        <p:grpSpPr>
          <a:xfrm>
            <a:off x="3155563" y="4040933"/>
            <a:ext cx="2898140" cy="2153285"/>
            <a:chOff x="5945504" y="2707258"/>
            <a:chExt cx="2898140" cy="2153285"/>
          </a:xfrm>
        </p:grpSpPr>
        <p:pic>
          <p:nvPicPr>
            <p:cNvPr id="13" name="object 22" descr="A construction site with a pile of dirt and a building  AI-generated content may be incorrect.">
              <a:extLst>
                <a:ext uri="{FF2B5EF4-FFF2-40B4-BE49-F238E27FC236}">
                  <a16:creationId xmlns:a16="http://schemas.microsoft.com/office/drawing/2014/main" id="{3F0AC1E8-89ED-3BF7-1174-EC1799B3BED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5504" y="2707258"/>
              <a:ext cx="2897885" cy="1942973"/>
            </a:xfrm>
            <a:prstGeom prst="rect">
              <a:avLst/>
            </a:prstGeom>
          </p:spPr>
        </p:pic>
        <p:pic>
          <p:nvPicPr>
            <p:cNvPr id="15" name="object 23">
              <a:extLst>
                <a:ext uri="{FF2B5EF4-FFF2-40B4-BE49-F238E27FC236}">
                  <a16:creationId xmlns:a16="http://schemas.microsoft.com/office/drawing/2014/main" id="{09A68469-120E-4ADA-4B62-B8FDFBA9C6D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5747" y="4678984"/>
              <a:ext cx="2122043" cy="181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521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4F1FC-233F-1FE3-4906-1D981239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9B74A-AA57-7605-07B0-2B5F3713EF84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FCC42-89E4-39C2-1D36-FAD4E73749A0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FC58C-E764-CFC3-6192-58B990EF3B2A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Função de Perda × Métricas de Avaliação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6926C42-9F24-99B4-37BB-A7C2B54A804D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732E9B-65AC-867F-AFF3-EF8DE162C532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C9F3170D-2426-BBDB-E9A6-22EE42C189FD}"/>
              </a:ext>
            </a:extLst>
          </p:cNvPr>
          <p:cNvSpPr/>
          <p:nvPr/>
        </p:nvSpPr>
        <p:spPr>
          <a:xfrm>
            <a:off x="640080" y="1874518"/>
            <a:ext cx="5257800" cy="4360583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037756-0977-91CD-4B7F-C9D37C813BEB}"/>
              </a:ext>
            </a:extLst>
          </p:cNvPr>
          <p:cNvSpPr txBox="1"/>
          <p:nvPr/>
        </p:nvSpPr>
        <p:spPr>
          <a:xfrm>
            <a:off x="804671" y="2425438"/>
            <a:ext cx="49286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83DFFF"/>
                </a:solidFill>
                <a:latin typeface="JetBrains Mono ExtraBold"/>
              </a:rPr>
              <a:t>FUNÇÃO DE PERDA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9ABD28-7486-9386-CA18-5D70CEB37284}"/>
              </a:ext>
            </a:extLst>
          </p:cNvPr>
          <p:cNvSpPr txBox="1"/>
          <p:nvPr/>
        </p:nvSpPr>
        <p:spPr>
          <a:xfrm>
            <a:off x="804671" y="2855205"/>
            <a:ext cx="4928616" cy="2500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Quantifica o erro entre os valores observados e os valores estimados pelo modelo.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A perda orienta a atualização dos parâmetros do modelo a cada etapa do treinamento.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A escolha da função de perda define como diferentes tipos e magnitudes de erro serão penalizados.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Diferentes problemas podem exigir diferentes funções de perda.</a:t>
            </a:r>
          </a:p>
          <a:p>
            <a:pPr algn="l"/>
            <a:r>
              <a:rPr lang="pt-BR" sz="1250" dirty="0">
                <a:solidFill>
                  <a:srgbClr val="FFFFFF"/>
                </a:solidFill>
                <a:latin typeface="JetBrains Mono"/>
              </a:rPr>
              <a:t>Possíveis funções de perda: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MSE –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Mean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Squared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Error: penaliza mais fortemente os erros grandes.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MAE –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Mean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Absolute Error: penaliza os erros de forma linear e é menos sensível a valores extremos que o MSE.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Huber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Loss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: combina características do MSE e MAE, reduzindo a influência de erros extremos.</a:t>
            </a:r>
          </a:p>
        </p:txBody>
      </p:sp>
    </p:spTree>
    <p:extLst>
      <p:ext uri="{BB962C8B-B14F-4D97-AF65-F5344CB8AC3E}">
        <p14:creationId xmlns:p14="http://schemas.microsoft.com/office/powerpoint/2010/main" val="4231245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BB025-4D97-C160-CEC1-5F0921B7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7A908-44F8-5778-E923-5C32DF373709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B7A69-48A7-5EE6-73D5-551CC32E72D3}"/>
              </a:ext>
            </a:extLst>
          </p:cNvPr>
          <p:cNvSpPr txBox="1"/>
          <p:nvPr/>
        </p:nvSpPr>
        <p:spPr>
          <a:xfrm>
            <a:off x="411480" y="475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Modelagem hidrológica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7A5B-79A4-0904-28BE-4796F4176F02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Função de Perda × Métricas de Avaliação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18EB2C2-DAB1-1099-CADD-E5369F4AD215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B0971B-086D-ADA3-7A19-ED61C5BBB2D7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A09052E4-D285-AC47-6220-0F1661B99181}"/>
              </a:ext>
            </a:extLst>
          </p:cNvPr>
          <p:cNvSpPr/>
          <p:nvPr/>
        </p:nvSpPr>
        <p:spPr>
          <a:xfrm>
            <a:off x="6291072" y="1874518"/>
            <a:ext cx="5257800" cy="4360581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7B314C-6EBF-65AF-EA5D-005A542BE086}"/>
              </a:ext>
            </a:extLst>
          </p:cNvPr>
          <p:cNvSpPr txBox="1"/>
          <p:nvPr/>
        </p:nvSpPr>
        <p:spPr>
          <a:xfrm>
            <a:off x="6455664" y="2237880"/>
            <a:ext cx="49286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83DFFF"/>
                </a:solidFill>
                <a:latin typeface="JetBrains Mono ExtraBold"/>
              </a:rPr>
              <a:t>MÉTRICAS DE AVALIAÇÃO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9F970-0CED-28CC-EBCF-43955B1A36CE}"/>
              </a:ext>
            </a:extLst>
          </p:cNvPr>
          <p:cNvSpPr txBox="1"/>
          <p:nvPr/>
        </p:nvSpPr>
        <p:spPr>
          <a:xfrm>
            <a:off x="6455664" y="2855205"/>
            <a:ext cx="4928616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Permitem avaliar diferentes características da previsão, como erro global, dinâmica temporal, viés e representação dos extremos.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São utilizadas na validação para comparar/selecionar modelos e 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hiperparâmetros</a:t>
            </a: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 e no teste para avaliar o desempenho final.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Exemplos em hidrologia: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NSE — Nash-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Sutcliffe</a:t>
            </a: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Efficiency</a:t>
            </a:r>
            <a:endParaRPr lang="pt-BR" sz="1250" dirty="0">
              <a:solidFill>
                <a:srgbClr val="FFFFFF"/>
              </a:solidFill>
              <a:latin typeface="JetBrains Mon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KGE — 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Kling</a:t>
            </a: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-Gupta 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Efficiency</a:t>
            </a:r>
            <a:endParaRPr lang="pt-BR" sz="1250" b="0" i="0" dirty="0">
              <a:solidFill>
                <a:srgbClr val="FFFFFF"/>
              </a:solidFill>
              <a:latin typeface="JetBrains Mon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PBIAS — </a:t>
            </a:r>
            <a:r>
              <a:rPr lang="pt-BR" sz="1250" b="0" i="0" dirty="0" err="1">
                <a:solidFill>
                  <a:srgbClr val="FFFFFF"/>
                </a:solidFill>
                <a:latin typeface="JetBrains Mono"/>
              </a:rPr>
              <a:t>Percent</a:t>
            </a: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 Bias: quantifica a tendência de superestimação ou subestimação das previsões.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b="0" i="0" dirty="0">
                <a:solidFill>
                  <a:srgbClr val="FFFFFF"/>
                </a:solidFill>
                <a:latin typeface="JetBrains Mono"/>
              </a:rPr>
              <a:t>FHV — High-Flow Bias: avalia especificamente o viés na representação das maiores vazões, sendo particularmente interessante em estudos de cheias. 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229C3365-F24E-168D-B400-FBC03755377D}"/>
              </a:ext>
            </a:extLst>
          </p:cNvPr>
          <p:cNvSpPr/>
          <p:nvPr/>
        </p:nvSpPr>
        <p:spPr>
          <a:xfrm>
            <a:off x="640080" y="1874518"/>
            <a:ext cx="5257800" cy="4360583"/>
          </a:xfrm>
          <a:prstGeom prst="roundRect">
            <a:avLst/>
          </a:prstGeom>
          <a:solidFill>
            <a:srgbClr val="041E3B"/>
          </a:solidFill>
          <a:ln w="10160">
            <a:solidFill>
              <a:srgbClr val="1B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4493CF-2261-EA4B-910F-9DFAC4E6FC93}"/>
              </a:ext>
            </a:extLst>
          </p:cNvPr>
          <p:cNvSpPr txBox="1"/>
          <p:nvPr/>
        </p:nvSpPr>
        <p:spPr>
          <a:xfrm>
            <a:off x="804671" y="2237880"/>
            <a:ext cx="49286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83DFFF"/>
                </a:solidFill>
                <a:latin typeface="JetBrains Mono ExtraBold"/>
              </a:rPr>
              <a:t>FUNÇÃO DE PERDA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EB4BB9-6809-DFA4-8D4A-554D03FEFB80}"/>
              </a:ext>
            </a:extLst>
          </p:cNvPr>
          <p:cNvSpPr txBox="1"/>
          <p:nvPr/>
        </p:nvSpPr>
        <p:spPr>
          <a:xfrm>
            <a:off x="804671" y="2855205"/>
            <a:ext cx="4928616" cy="2500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Quantifica o erro entre os valores observados e os valores estimados pelo modelo.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A perda orienta a atualização dos parâmetros do modelo a cada etapa do treinamento.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A escolha da função de perda define como diferentes tipos e magnitudes de erro serão penalizados.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Diferentes problemas podem exigir diferentes funções de perda.</a:t>
            </a:r>
          </a:p>
          <a:p>
            <a:pPr algn="l"/>
            <a:r>
              <a:rPr lang="pt-BR" sz="1250" dirty="0">
                <a:solidFill>
                  <a:srgbClr val="FFFFFF"/>
                </a:solidFill>
                <a:latin typeface="JetBrains Mono"/>
              </a:rPr>
              <a:t>Possíveis funções de perda: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MSE –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Mean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Squared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Error: penaliza mais fortemente os erros grandes.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MAE –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Mean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 Absolute Error: penaliza os erros de forma linear e é menos sensível a valores extremos que o MSE.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50" dirty="0">
                <a:solidFill>
                  <a:srgbClr val="FFFFFF"/>
                </a:solidFill>
                <a:latin typeface="JetBrains Mono"/>
              </a:rPr>
              <a:t>Huber </a:t>
            </a:r>
            <a:r>
              <a:rPr lang="pt-BR" sz="1250" dirty="0" err="1">
                <a:solidFill>
                  <a:srgbClr val="FFFFFF"/>
                </a:solidFill>
                <a:latin typeface="JetBrains Mono"/>
              </a:rPr>
              <a:t>Loss</a:t>
            </a:r>
            <a:r>
              <a:rPr lang="pt-BR" sz="1250" dirty="0">
                <a:solidFill>
                  <a:srgbClr val="FFFFFF"/>
                </a:solidFill>
                <a:latin typeface="JetBrains Mono"/>
              </a:rPr>
              <a:t>: combina características do MSE e MAE, reduzindo a influência de erros extremos.</a:t>
            </a:r>
          </a:p>
        </p:txBody>
      </p:sp>
    </p:spTree>
    <p:extLst>
      <p:ext uri="{BB962C8B-B14F-4D97-AF65-F5344CB8AC3E}">
        <p14:creationId xmlns:p14="http://schemas.microsoft.com/office/powerpoint/2010/main" val="3918498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5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701" y="1911864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Origem das falhas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39175" y="1619250"/>
            <a:ext cx="2019300" cy="4543425"/>
          </a:xfrm>
          <a:prstGeom prst="rect">
            <a:avLst/>
          </a:prstGeom>
        </p:spPr>
      </p:pic>
      <p:sp>
        <p:nvSpPr>
          <p:cNvPr id="49" name="causas">
            <a:extLst>
              <a:ext uri="{FF2B5EF4-FFF2-40B4-BE49-F238E27FC236}">
                <a16:creationId xmlns:a16="http://schemas.microsoft.com/office/drawing/2014/main" id="{19A8BC81-2D03-4129-9629-82AFCC2AE3BF}"/>
              </a:ext>
            </a:extLst>
          </p:cNvPr>
          <p:cNvSpPr>
            <a:spLocks noGrp="1"/>
          </p:cNvSpPr>
          <p:nvPr/>
        </p:nvSpPr>
        <p:spPr>
          <a:xfrm>
            <a:off x="457200" y="2524125"/>
            <a:ext cx="733425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Falhas no equipamento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Problemas na transmissão e armazenamento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Eventos extremos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Dificuldade de acesso, por exemplo geográfica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Interrupções de coletas de campo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Erro humano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1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619250"/>
            <a:ext cx="11284553" cy="3810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Exemplo de falhas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rcRect t="60815"/>
          <a:stretch/>
        </p:blipFill>
        <p:spPr>
          <a:xfrm>
            <a:off x="1181100" y="2114550"/>
            <a:ext cx="9829800" cy="3629025"/>
          </a:xfrm>
          <a:prstGeom prst="rect">
            <a:avLst/>
          </a:prstGeom>
        </p:spPr>
      </p:pic>
      <p:sp>
        <p:nvSpPr>
          <p:cNvPr id="45" name="leitura-falha">
            <a:extLst>
              <a:ext uri="{FF2B5EF4-FFF2-40B4-BE49-F238E27FC236}">
                <a16:creationId xmlns:a16="http://schemas.microsoft.com/office/drawing/2014/main" id="{858C9451-A6D1-4DF7-9425-A7B793BDFBCC}"/>
              </a:ext>
            </a:extLst>
          </p:cNvPr>
          <p:cNvSpPr>
            <a:spLocks noGrp="1"/>
          </p:cNvSpPr>
          <p:nvPr/>
        </p:nvSpPr>
        <p:spPr>
          <a:xfrm>
            <a:off x="457200" y="5810250"/>
            <a:ext cx="112776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lacuna interrompe a série. A ausência pode atingir a estiagem ou os picos.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3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Diagnóstico das falhas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6" name="Table 55"/>
          <p:cNvGraphicFramePr/>
          <p:nvPr/>
        </p:nvGraphicFramePr>
        <p:xfrm>
          <a:off x="457200" y="2381250"/>
          <a:ext cx="11277600" cy="3238500"/>
        </p:xfrm>
        <a:graphic>
          <a:graphicData uri="http://schemas.openxmlformats.org/drawingml/2006/table">
            <a:tbl>
              <a:tblPr firstRow="1"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Ferramenta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Representação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verificar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Contagem de NaN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Totais e percentuais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Disponibilidade por estação e estação do ano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Gráfico de Gantt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Períodos com dados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Falhas simultâneas e trechos sem referência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Série histórica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Trajetória no tempo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Duração das lacunas e ocorrência nos picos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Outliers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Distribuição dos valores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Consistência física e registros de campo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diag-nota">
            <a:extLst>
              <a:ext uri="{FF2B5EF4-FFF2-40B4-BE49-F238E27FC236}">
                <a16:creationId xmlns:a16="http://schemas.microsoft.com/office/drawing/2014/main" id="{BB40E973-9DE5-4B5E-9F47-62AE20405EC0}"/>
              </a:ext>
            </a:extLst>
          </p:cNvPr>
          <p:cNvSpPr>
            <a:spLocks noGrp="1"/>
          </p:cNvSpPr>
          <p:nvPr/>
        </p:nvSpPr>
        <p:spPr>
          <a:xfrm>
            <a:off x="457200" y="5800725"/>
            <a:ext cx="11277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contagem resume a falta de dados. Os gráficos mostram onde e quando ela ocorre.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6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Contagem de NaN e sazonalidade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3" name="Chart"/>
          <p:cNvGraphicFramePr/>
          <p:nvPr/>
        </p:nvGraphicFramePr>
        <p:xfrm>
          <a:off x="457200" y="2390775"/>
          <a:ext cx="771525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nan-total">
            <a:extLst>
              <a:ext uri="{FF2B5EF4-FFF2-40B4-BE49-F238E27FC236}">
                <a16:creationId xmlns:a16="http://schemas.microsoft.com/office/drawing/2014/main" id="{9DC52BC4-54EB-49D1-AADE-2B13A8B5DA83}"/>
              </a:ext>
            </a:extLst>
          </p:cNvPr>
          <p:cNvSpPr>
            <a:spLocks noGrp="1"/>
          </p:cNvSpPr>
          <p:nvPr/>
        </p:nvSpPr>
        <p:spPr>
          <a:xfrm>
            <a:off x="8572500" y="2543175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53 dias ausentes</a:t>
            </a:r>
          </a:p>
        </p:txBody>
      </p:sp>
      <p:sp>
        <p:nvSpPr>
          <p:cNvPr id="48" name="nan-pct">
            <a:extLst>
              <a:ext uri="{FF2B5EF4-FFF2-40B4-BE49-F238E27FC236}">
                <a16:creationId xmlns:a16="http://schemas.microsoft.com/office/drawing/2014/main" id="{CE0E146B-D5AB-4244-A473-55713B412DBE}"/>
              </a:ext>
            </a:extLst>
          </p:cNvPr>
          <p:cNvSpPr>
            <a:spLocks noGrp="1"/>
          </p:cNvSpPr>
          <p:nvPr/>
        </p:nvSpPr>
        <p:spPr>
          <a:xfrm>
            <a:off x="8572500" y="2971800"/>
            <a:ext cx="3162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14,5% de um ano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com 365 dias</a:t>
            </a:r>
          </a:p>
        </p:txBody>
      </p:sp>
      <p:sp>
        <p:nvSpPr>
          <p:cNvPr id="49" name="nan-umido">
            <a:extLst>
              <a:ext uri="{FF2B5EF4-FFF2-40B4-BE49-F238E27FC236}">
                <a16:creationId xmlns:a16="http://schemas.microsoft.com/office/drawing/2014/main" id="{A63D57EA-9934-4CBE-BA7F-6AE53D1C9FD1}"/>
              </a:ext>
            </a:extLst>
          </p:cNvPr>
          <p:cNvSpPr>
            <a:spLocks noGrp="1"/>
          </p:cNvSpPr>
          <p:nvPr/>
        </p:nvSpPr>
        <p:spPr>
          <a:xfrm>
            <a:off x="8572500" y="3800475"/>
            <a:ext cx="3162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Período úmido</a:t>
            </a:r>
          </a:p>
        </p:txBody>
      </p:sp>
      <p:sp>
        <p:nvSpPr>
          <p:cNvPr id="50" name="nan-umido-num">
            <a:extLst>
              <a:ext uri="{FF2B5EF4-FFF2-40B4-BE49-F238E27FC236}">
                <a16:creationId xmlns:a16="http://schemas.microsoft.com/office/drawing/2014/main" id="{B94C153B-3D51-4602-955B-2F486A0A11E3}"/>
              </a:ext>
            </a:extLst>
          </p:cNvPr>
          <p:cNvSpPr>
            <a:spLocks noGrp="1"/>
          </p:cNvSpPr>
          <p:nvPr/>
        </p:nvSpPr>
        <p:spPr>
          <a:xfrm>
            <a:off x="8572500" y="4133850"/>
            <a:ext cx="3162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42 / 182 dias = 23,1%</a:t>
            </a:r>
          </a:p>
        </p:txBody>
      </p:sp>
      <p:sp>
        <p:nvSpPr>
          <p:cNvPr id="51" name="nan-seco">
            <a:extLst>
              <a:ext uri="{FF2B5EF4-FFF2-40B4-BE49-F238E27FC236}">
                <a16:creationId xmlns:a16="http://schemas.microsoft.com/office/drawing/2014/main" id="{32E5356E-58E0-4A7F-B6BD-23578364D1F0}"/>
              </a:ext>
            </a:extLst>
          </p:cNvPr>
          <p:cNvSpPr>
            <a:spLocks noGrp="1"/>
          </p:cNvSpPr>
          <p:nvPr/>
        </p:nvSpPr>
        <p:spPr>
          <a:xfrm>
            <a:off x="8572500" y="4714875"/>
            <a:ext cx="3162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Período seco</a:t>
            </a:r>
          </a:p>
        </p:txBody>
      </p:sp>
      <p:sp>
        <p:nvSpPr>
          <p:cNvPr id="52" name="nan-seco-num">
            <a:extLst>
              <a:ext uri="{FF2B5EF4-FFF2-40B4-BE49-F238E27FC236}">
                <a16:creationId xmlns:a16="http://schemas.microsoft.com/office/drawing/2014/main" id="{939A086E-89E4-46D9-B6EE-245AAC09F002}"/>
              </a:ext>
            </a:extLst>
          </p:cNvPr>
          <p:cNvSpPr>
            <a:spLocks noGrp="1"/>
          </p:cNvSpPr>
          <p:nvPr/>
        </p:nvSpPr>
        <p:spPr>
          <a:xfrm>
            <a:off x="8572500" y="5048250"/>
            <a:ext cx="3162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11 / 183 dias = 6,0%</a:t>
            </a:r>
          </a:p>
        </p:txBody>
      </p:sp>
      <p:sp>
        <p:nvSpPr>
          <p:cNvPr id="53" name="nan-question">
            <a:extLst>
              <a:ext uri="{FF2B5EF4-FFF2-40B4-BE49-F238E27FC236}">
                <a16:creationId xmlns:a16="http://schemas.microsoft.com/office/drawing/2014/main" id="{EAB6CBDF-181A-41D2-989D-5C4E2805534B}"/>
              </a:ext>
            </a:extLst>
          </p:cNvPr>
          <p:cNvSpPr>
            <a:spLocks noGrp="1"/>
          </p:cNvSpPr>
          <p:nvPr/>
        </p:nvSpPr>
        <p:spPr>
          <a:xfrm>
            <a:off x="457200" y="577215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porcentagem anual é suficiente para decidir se a série atende ao estudo?</a:t>
            </a:r>
          </a:p>
        </p:txBody>
      </p:sp>
      <p:sp>
        <p:nvSpPr>
          <p:cNvPr id="54" name="origem-dados">
            <a:extLst>
              <a:ext uri="{FF2B5EF4-FFF2-40B4-BE49-F238E27FC236}">
                <a16:creationId xmlns:a16="http://schemas.microsoft.com/office/drawing/2014/main" id="{C9FEB08A-B724-43C4-88CB-93C6DBC9DB14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didático. Úmido: out.–mar. Seco: abr.–set. Limites variam por região.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48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619250"/>
            <a:ext cx="11284553" cy="3810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Gráfico de Gantt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0750" y="2085975"/>
            <a:ext cx="7810500" cy="3429000"/>
          </a:xfrm>
          <a:prstGeom prst="rect">
            <a:avLst/>
          </a:prstGeom>
        </p:spPr>
      </p:pic>
      <p:sp>
        <p:nvSpPr>
          <p:cNvPr id="42" name="gantt-leitura">
            <a:extLst>
              <a:ext uri="{FF2B5EF4-FFF2-40B4-BE49-F238E27FC236}">
                <a16:creationId xmlns:a16="http://schemas.microsoft.com/office/drawing/2014/main" id="{55E09993-C420-4CC0-A5B2-95CE474DBF75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Lacunas simultâneas reduzem as estações disponíveis para um preenchimento multivariado.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619250"/>
            <a:ext cx="11284553" cy="3810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Identificação de outlier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4"/>
          <a:srcRect t="11800" b="10500"/>
          <a:stretch/>
        </p:blipFill>
        <p:spPr>
          <a:xfrm>
            <a:off x="1285875" y="2085975"/>
            <a:ext cx="9620250" cy="3381375"/>
          </a:xfrm>
          <a:prstGeom prst="rect">
            <a:avLst/>
          </a:prstGeom>
        </p:spPr>
      </p:pic>
      <p:sp>
        <p:nvSpPr>
          <p:cNvPr id="42" name="estacao-boxplot-1">
            <a:extLst>
              <a:ext uri="{FF2B5EF4-FFF2-40B4-BE49-F238E27FC236}">
                <a16:creationId xmlns:a16="http://schemas.microsoft.com/office/drawing/2014/main" id="{9103AF30-364B-47F3-86BC-533299888845}"/>
              </a:ext>
            </a:extLst>
          </p:cNvPr>
          <p:cNvSpPr>
            <a:spLocks noGrp="1"/>
          </p:cNvSpPr>
          <p:nvPr/>
        </p:nvSpPr>
        <p:spPr>
          <a:xfrm>
            <a:off x="2586323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61014000</a:t>
            </a:r>
          </a:p>
        </p:txBody>
      </p:sp>
      <p:sp>
        <p:nvSpPr>
          <p:cNvPr id="43" name="estacao-boxplot-2">
            <a:extLst>
              <a:ext uri="{FF2B5EF4-FFF2-40B4-BE49-F238E27FC236}">
                <a16:creationId xmlns:a16="http://schemas.microsoft.com/office/drawing/2014/main" id="{504106AD-C5D1-40F0-AA32-996F123239E9}"/>
              </a:ext>
            </a:extLst>
          </p:cNvPr>
          <p:cNvSpPr>
            <a:spLocks noGrp="1"/>
          </p:cNvSpPr>
          <p:nvPr/>
        </p:nvSpPr>
        <p:spPr>
          <a:xfrm>
            <a:off x="3828955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61024000</a:t>
            </a:r>
          </a:p>
        </p:txBody>
      </p:sp>
      <p:sp>
        <p:nvSpPr>
          <p:cNvPr id="44" name="estacao-boxplot-3">
            <a:extLst>
              <a:ext uri="{FF2B5EF4-FFF2-40B4-BE49-F238E27FC236}">
                <a16:creationId xmlns:a16="http://schemas.microsoft.com/office/drawing/2014/main" id="{2CA330D6-D797-401F-9064-8C8A700B70A5}"/>
              </a:ext>
            </a:extLst>
          </p:cNvPr>
          <p:cNvSpPr>
            <a:spLocks noGrp="1"/>
          </p:cNvSpPr>
          <p:nvPr/>
        </p:nvSpPr>
        <p:spPr>
          <a:xfrm>
            <a:off x="5071586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61031000</a:t>
            </a:r>
          </a:p>
        </p:txBody>
      </p:sp>
      <p:sp>
        <p:nvSpPr>
          <p:cNvPr id="45" name="estacao-boxplot-4">
            <a:extLst>
              <a:ext uri="{FF2B5EF4-FFF2-40B4-BE49-F238E27FC236}">
                <a16:creationId xmlns:a16="http://schemas.microsoft.com/office/drawing/2014/main" id="{64B3F26E-6AFD-4D97-8723-1CC9E286B0F1}"/>
              </a:ext>
            </a:extLst>
          </p:cNvPr>
          <p:cNvSpPr>
            <a:spLocks noGrp="1"/>
          </p:cNvSpPr>
          <p:nvPr/>
        </p:nvSpPr>
        <p:spPr>
          <a:xfrm>
            <a:off x="6314218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61045000</a:t>
            </a:r>
          </a:p>
        </p:txBody>
      </p:sp>
      <p:sp>
        <p:nvSpPr>
          <p:cNvPr id="46" name="estacao-boxplot-5">
            <a:extLst>
              <a:ext uri="{FF2B5EF4-FFF2-40B4-BE49-F238E27FC236}">
                <a16:creationId xmlns:a16="http://schemas.microsoft.com/office/drawing/2014/main" id="{F56EE9DC-FBC9-4BC9-944B-F0B92B075B1B}"/>
              </a:ext>
            </a:extLst>
          </p:cNvPr>
          <p:cNvSpPr>
            <a:spLocks noGrp="1"/>
          </p:cNvSpPr>
          <p:nvPr/>
        </p:nvSpPr>
        <p:spPr>
          <a:xfrm>
            <a:off x="7556754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61052000</a:t>
            </a:r>
          </a:p>
        </p:txBody>
      </p:sp>
      <p:sp>
        <p:nvSpPr>
          <p:cNvPr id="47" name="estacao-boxplot-6">
            <a:extLst>
              <a:ext uri="{FF2B5EF4-FFF2-40B4-BE49-F238E27FC236}">
                <a16:creationId xmlns:a16="http://schemas.microsoft.com/office/drawing/2014/main" id="{1DB8E3C7-792D-48EC-ABAE-E5D1E75F9AD9}"/>
              </a:ext>
            </a:extLst>
          </p:cNvPr>
          <p:cNvSpPr>
            <a:spLocks noGrp="1"/>
          </p:cNvSpPr>
          <p:nvPr/>
        </p:nvSpPr>
        <p:spPr>
          <a:xfrm>
            <a:off x="8799386" y="55721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61060000</a:t>
            </a:r>
          </a:p>
        </p:txBody>
      </p:sp>
      <p:sp>
        <p:nvSpPr>
          <p:cNvPr id="50" name="outlier-interpretacao">
            <a:extLst>
              <a:ext uri="{FF2B5EF4-FFF2-40B4-BE49-F238E27FC236}">
                <a16:creationId xmlns:a16="http://schemas.microsoft.com/office/drawing/2014/main" id="{186E9B11-84F5-45C3-AB0B-FEB03B6E3664}"/>
              </a:ext>
            </a:extLst>
          </p:cNvPr>
          <p:cNvSpPr>
            <a:spLocks noGrp="1"/>
          </p:cNvSpPr>
          <p:nvPr/>
        </p:nvSpPr>
        <p:spPr>
          <a:xfrm>
            <a:off x="457200" y="5943600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 ponto extremo pode representar uma cheia real. A exclusão exige verificação.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87552FC3-CB71-4156-0438-3ADAFEFC7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8392A2-F51C-2D41-7A03-46C33CA4D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667998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B29921E-3B41-3561-D355-C8F5847918B7}"/>
              </a:ext>
            </a:extLst>
          </p:cNvPr>
          <p:cNvSpPr>
            <a:spLocks noGrp="1"/>
          </p:cNvSpPr>
          <p:nvPr/>
        </p:nvSpPr>
        <p:spPr>
          <a:xfrm>
            <a:off x="453676" y="1619250"/>
            <a:ext cx="6153150" cy="104775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15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315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Métodos para</a:t>
            </a:r>
          </a:p>
          <a:p>
            <a:pPr algn="l">
              <a:buNone/>
              <a:defRPr sz="315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315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preenchimento</a:t>
            </a:r>
          </a:p>
        </p:txBody>
      </p:sp>
      <p:pic>
        <p:nvPicPr>
          <p:cNvPr id="32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26" name="Conector reto 25">
            <a:extLst>
              <a:ext uri="{FF2B5EF4-FFF2-40B4-BE49-F238E27FC236}">
                <a16:creationId xmlns:a16="http://schemas.microsoft.com/office/drawing/2014/main" id="{EB8D9D49-5702-4AFA-931D-6AB654A59578}"/>
              </a:ext>
            </a:extLst>
          </p:cNvPr>
          <p:cNvSpPr>
            <a:spLocks noGrp="1"/>
          </p:cNvSpPr>
          <p:nvPr/>
        </p:nvSpPr>
        <p:spPr>
          <a:xfrm>
            <a:off x="7063477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34" name="Imagem 8"/>
          <p:cNvPicPr>
            <a:picLocks noChangeAspect="1"/>
          </p:cNvPicPr>
          <p:nvPr/>
        </p:nvPicPr>
        <p:blipFill>
          <a:blip r:embed="rId4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5DFFEDD-834B-842E-01DD-71492A7F9219}"/>
              </a:ext>
            </a:extLst>
          </p:cNvPr>
          <p:cNvSpPr>
            <a:spLocks noGrp="1"/>
          </p:cNvSpPr>
          <p:nvPr/>
        </p:nvSpPr>
        <p:spPr>
          <a:xfrm>
            <a:off x="453676" y="3048000"/>
            <a:ext cx="6153150" cy="219075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Média</a:t>
            </a:r>
          </a:p>
          <a:p>
            <a:pPr algn="just">
              <a:buNone/>
            </a:pPr>
            <a:endParaRPr sz="1600" i="1">
              <a:solidFill>
                <a:schemeClr val="bg1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Interpolação linear</a:t>
            </a:r>
            <a:endParaRPr sz="1600" i="1">
              <a:solidFill>
                <a:schemeClr val="bg1"/>
              </a:solidFill>
              <a:latin typeface="JetBrains Mono"/>
              <a:ea typeface="JetBrains Mono"/>
              <a:cs typeface="JetBrains Mono"/>
            </a:endParaRPr>
          </a:p>
          <a:p>
            <a:pPr algn="just">
              <a:buNone/>
            </a:pPr>
            <a:endParaRPr sz="1600" i="1">
              <a:solidFill>
                <a:schemeClr val="bg1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K-Nearest Neighbors (KNN)</a:t>
            </a:r>
            <a:endParaRPr sz="1600" i="1">
              <a:solidFill>
                <a:schemeClr val="bg1"/>
              </a:solidFill>
              <a:latin typeface="JetBrains Mono"/>
              <a:ea typeface="JetBrains Mono"/>
              <a:cs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48731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9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Média global e média de uma janela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2" name="Chart"/>
          <p:cNvGraphicFramePr/>
          <p:nvPr/>
        </p:nvGraphicFramePr>
        <p:xfrm>
          <a:off x="457200" y="2409825"/>
          <a:ext cx="7458075" cy="3228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mean-global">
            <a:extLst>
              <a:ext uri="{FF2B5EF4-FFF2-40B4-BE49-F238E27FC236}">
                <a16:creationId xmlns:a16="http://schemas.microsoft.com/office/drawing/2014/main" id="{E9461632-3822-4AC1-BDDD-B2BC2F54BAC3}"/>
              </a:ext>
            </a:extLst>
          </p:cNvPr>
          <p:cNvSpPr>
            <a:spLocks noGrp="1"/>
          </p:cNvSpPr>
          <p:nvPr/>
        </p:nvSpPr>
        <p:spPr>
          <a:xfrm>
            <a:off x="8420100" y="2524125"/>
            <a:ext cx="3314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Média global</a:t>
            </a:r>
          </a:p>
        </p:txBody>
      </p:sp>
      <p:sp>
        <p:nvSpPr>
          <p:cNvPr id="48" name="mean-g-v">
            <a:extLst>
              <a:ext uri="{FF2B5EF4-FFF2-40B4-BE49-F238E27FC236}">
                <a16:creationId xmlns:a16="http://schemas.microsoft.com/office/drawing/2014/main" id="{51560D3E-F7E5-4739-803E-33E498797A64}"/>
              </a:ext>
            </a:extLst>
          </p:cNvPr>
          <p:cNvSpPr>
            <a:spLocks noGrp="1"/>
          </p:cNvSpPr>
          <p:nvPr/>
        </p:nvSpPr>
        <p:spPr>
          <a:xfrm>
            <a:off x="8420100" y="2886075"/>
            <a:ext cx="33147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21,9 m³/s</a:t>
            </a:r>
          </a:p>
        </p:txBody>
      </p:sp>
      <p:sp>
        <p:nvSpPr>
          <p:cNvPr id="49" name="mean-window">
            <a:extLst>
              <a:ext uri="{FF2B5EF4-FFF2-40B4-BE49-F238E27FC236}">
                <a16:creationId xmlns:a16="http://schemas.microsoft.com/office/drawing/2014/main" id="{62699EA7-ECFB-4FBC-8F6A-E40D29959893}"/>
              </a:ext>
            </a:extLst>
          </p:cNvPr>
          <p:cNvSpPr>
            <a:spLocks noGrp="1"/>
          </p:cNvSpPr>
          <p:nvPr/>
        </p:nvSpPr>
        <p:spPr>
          <a:xfrm>
            <a:off x="8420100" y="3714750"/>
            <a:ext cx="3314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Média da janela</a:t>
            </a:r>
          </a:p>
        </p:txBody>
      </p:sp>
      <p:sp>
        <p:nvSpPr>
          <p:cNvPr id="50" name="mean-w-v">
            <a:extLst>
              <a:ext uri="{FF2B5EF4-FFF2-40B4-BE49-F238E27FC236}">
                <a16:creationId xmlns:a16="http://schemas.microsoft.com/office/drawing/2014/main" id="{F2CD9F57-7D87-4B89-8170-6F755FF9972A}"/>
              </a:ext>
            </a:extLst>
          </p:cNvPr>
          <p:cNvSpPr>
            <a:spLocks noGrp="1"/>
          </p:cNvSpPr>
          <p:nvPr/>
        </p:nvSpPr>
        <p:spPr>
          <a:xfrm>
            <a:off x="8420100" y="4067175"/>
            <a:ext cx="33147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22,3 m³/s</a:t>
            </a:r>
          </a:p>
        </p:txBody>
      </p:sp>
      <p:sp>
        <p:nvSpPr>
          <p:cNvPr id="51" name="mean-nota">
            <a:extLst>
              <a:ext uri="{FF2B5EF4-FFF2-40B4-BE49-F238E27FC236}">
                <a16:creationId xmlns:a16="http://schemas.microsoft.com/office/drawing/2014/main" id="{26CA6BAC-6E61-49DF-ADA2-00C259A34CFC}"/>
              </a:ext>
            </a:extLst>
          </p:cNvPr>
          <p:cNvSpPr>
            <a:spLocks noGrp="1"/>
          </p:cNvSpPr>
          <p:nvPr/>
        </p:nvSpPr>
        <p:spPr>
          <a:xfrm>
            <a:off x="8420100" y="4695825"/>
            <a:ext cx="3314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As duas abordagens geram um patamar no intervalo sem dados. A janela modifica o nível estimado.</a:t>
            </a:r>
          </a:p>
        </p:txBody>
      </p:sp>
      <p:sp>
        <p:nvSpPr>
          <p:cNvPr id="52" name="mean-gap">
            <a:extLst>
              <a:ext uri="{FF2B5EF4-FFF2-40B4-BE49-F238E27FC236}">
                <a16:creationId xmlns:a16="http://schemas.microsoft.com/office/drawing/2014/main" id="{5AD5682E-2C14-4FC3-A87F-3988AC5E2FC5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11277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Trecho preenchido: dias 8 a 11. A linha cinza é a referência conhecida do exemplo.</a:t>
            </a:r>
          </a:p>
        </p:txBody>
      </p:sp>
      <p:sp>
        <p:nvSpPr>
          <p:cNvPr id="53" name="origem-dados">
            <a:extLst>
              <a:ext uri="{FF2B5EF4-FFF2-40B4-BE49-F238E27FC236}">
                <a16:creationId xmlns:a16="http://schemas.microsoft.com/office/drawing/2014/main" id="{A0113AEA-7DC6-45BE-BC75-11028132BC00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Interpolação linear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Chart"/>
          <p:cNvGraphicFramePr/>
          <p:nvPr/>
        </p:nvGraphicFramePr>
        <p:xfrm>
          <a:off x="457200" y="2400300"/>
          <a:ext cx="7343775" cy="3324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interp-eq">
            <a:extLst>
              <a:ext uri="{FF2B5EF4-FFF2-40B4-BE49-F238E27FC236}">
                <a16:creationId xmlns:a16="http://schemas.microsoft.com/office/drawing/2014/main" id="{FFB2D135-3DA0-4115-9572-AEAF5D50A0CE}"/>
              </a:ext>
            </a:extLst>
          </p:cNvPr>
          <p:cNvSpPr>
            <a:spLocks noGrp="1"/>
          </p:cNvSpPr>
          <p:nvPr/>
        </p:nvSpPr>
        <p:spPr>
          <a:xfrm>
            <a:off x="8324850" y="2486025"/>
            <a:ext cx="34099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y = y₁ +</a:t>
            </a:r>
          </a:p>
          <a:p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[(y₂ − y₁)/(x₂ − x₁)]</a:t>
            </a:r>
          </a:p>
          <a:p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× (x − x₁)</a:t>
            </a:r>
          </a:p>
        </p:txBody>
      </p:sp>
      <p:sp>
        <p:nvSpPr>
          <p:cNvPr id="48" name="interp-ex">
            <a:extLst>
              <a:ext uri="{FF2B5EF4-FFF2-40B4-BE49-F238E27FC236}">
                <a16:creationId xmlns:a16="http://schemas.microsoft.com/office/drawing/2014/main" id="{0B25DDB3-9D66-4310-9B0F-969A0E26672A}"/>
              </a:ext>
            </a:extLst>
          </p:cNvPr>
          <p:cNvSpPr>
            <a:spLocks noGrp="1"/>
          </p:cNvSpPr>
          <p:nvPr/>
        </p:nvSpPr>
        <p:spPr>
          <a:xfrm>
            <a:off x="8324850" y="3990975"/>
            <a:ext cx="34099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Antes: (7, 21)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Depois: (12, 22)</a:t>
            </a:r>
          </a:p>
          <a:p>
            <a:endParaRPr sz="1500" b="0" i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 9: 21,4 m³/s</a:t>
            </a:r>
          </a:p>
        </p:txBody>
      </p:sp>
      <p:sp>
        <p:nvSpPr>
          <p:cNvPr id="49" name="interp-caution">
            <a:extLst>
              <a:ext uri="{FF2B5EF4-FFF2-40B4-BE49-F238E27FC236}">
                <a16:creationId xmlns:a16="http://schemas.microsoft.com/office/drawing/2014/main" id="{FF8FB7F9-E92A-47EE-8D90-C863AFA48CCA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interpolação acompanha os extremos do intervalo, mas pode suavizar um pico oculto.</a:t>
            </a:r>
          </a:p>
        </p:txBody>
      </p:sp>
      <p:sp>
        <p:nvSpPr>
          <p:cNvPr id="50" name="origem-dados">
            <a:extLst>
              <a:ext uri="{FF2B5EF4-FFF2-40B4-BE49-F238E27FC236}">
                <a16:creationId xmlns:a16="http://schemas.microsoft.com/office/drawing/2014/main" id="{F5C2982F-A6FB-425A-9491-AF505BCB305A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826AEA65-8596-58BC-A9C5-4C658198AE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C28209-A8C6-5F8E-AE5C-257F7BE33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753FD48-EF09-56A5-9EAB-2F4C00988D89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KNN</a:t>
            </a:r>
          </a:p>
        </p:txBody>
      </p:sp>
      <p:pic>
        <p:nvPicPr>
          <p:cNvPr id="61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7F1C919-22AF-5069-8FC7-61538F4F6C9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estimativa pelos vizinhos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3D3A3D1B-2744-5D32-8331-9BF5B4512684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knn-definition">
            <a:extLst>
              <a:ext uri="{FF2B5EF4-FFF2-40B4-BE49-F238E27FC236}">
                <a16:creationId xmlns:a16="http://schemas.microsoft.com/office/drawing/2014/main" id="{C715AB72-DC73-55C4-B252-CDE1CC85B513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11277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 (k-Nearest Neighbors) usa os k exemplos mais próximos no espaço de atributos para estimar uma resposta contínua.</a:t>
            </a:r>
          </a:p>
        </p:txBody>
      </p:sp>
      <p:graphicFrame>
        <p:nvGraphicFramePr>
          <p:cNvPr id="65" name="Table 64"/>
          <p:cNvGraphicFramePr/>
          <p:nvPr/>
        </p:nvGraphicFramePr>
        <p:xfrm>
          <a:off x="457200" y="3276600"/>
          <a:ext cx="5848350" cy="1981200"/>
        </p:xfrm>
        <a:graphic>
          <a:graphicData uri="http://schemas.openxmlformats.org/drawingml/2006/table">
            <a:tbl>
              <a:tblPr firstRow="1"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Vizinho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Distância 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 (m³/s)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Peso 1/d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knn-predictor">
            <a:extLst>
              <a:ext uri="{FF2B5EF4-FFF2-40B4-BE49-F238E27FC236}">
                <a16:creationId xmlns:a16="http://schemas.microsoft.com/office/drawing/2014/main" id="{053F7F74-2CD8-5B0B-9DAD-729769D62227}"/>
              </a:ext>
            </a:extLst>
          </p:cNvPr>
          <p:cNvSpPr>
            <a:spLocks noGrp="1"/>
          </p:cNvSpPr>
          <p:nvPr/>
        </p:nvSpPr>
        <p:spPr>
          <a:xfrm>
            <a:off x="6819900" y="3162300"/>
            <a:ext cx="4914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Q̂(x) = ∑ wᵢQᵢ / ∑ wᵢ</a:t>
            </a:r>
          </a:p>
        </p:txBody>
      </p:sp>
      <p:sp>
        <p:nvSpPr>
          <p:cNvPr id="52" name="knn-uniform">
            <a:extLst>
              <a:ext uri="{FF2B5EF4-FFF2-40B4-BE49-F238E27FC236}">
                <a16:creationId xmlns:a16="http://schemas.microsoft.com/office/drawing/2014/main" id="{B5A60689-0346-5D44-8660-A7FE512AE627}"/>
              </a:ext>
            </a:extLst>
          </p:cNvPr>
          <p:cNvSpPr>
            <a:spLocks noGrp="1"/>
          </p:cNvSpPr>
          <p:nvPr/>
        </p:nvSpPr>
        <p:spPr>
          <a:xfrm>
            <a:off x="6819900" y="384810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Pesos iguais: wᵢ = 1</a:t>
            </a:r>
          </a:p>
        </p:txBody>
      </p:sp>
      <p:sp>
        <p:nvSpPr>
          <p:cNvPr id="53" name="knn-uniform-result">
            <a:extLst>
              <a:ext uri="{FF2B5EF4-FFF2-40B4-BE49-F238E27FC236}">
                <a16:creationId xmlns:a16="http://schemas.microsoft.com/office/drawing/2014/main" id="{E1AE3D7C-F7C4-5BC7-87B6-72A82E750174}"/>
              </a:ext>
            </a:extLst>
          </p:cNvPr>
          <p:cNvSpPr>
            <a:spLocks noGrp="1"/>
          </p:cNvSpPr>
          <p:nvPr/>
        </p:nvSpPr>
        <p:spPr>
          <a:xfrm>
            <a:off x="6819900" y="4229100"/>
            <a:ext cx="491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 = 20,0 m³/s</a:t>
            </a:r>
          </a:p>
        </p:txBody>
      </p:sp>
      <p:sp>
        <p:nvSpPr>
          <p:cNvPr id="54" name="knn-weighted">
            <a:extLst>
              <a:ext uri="{FF2B5EF4-FFF2-40B4-BE49-F238E27FC236}">
                <a16:creationId xmlns:a16="http://schemas.microsoft.com/office/drawing/2014/main" id="{98692D7A-4139-5517-9667-5BA458EAB2E1}"/>
              </a:ext>
            </a:extLst>
          </p:cNvPr>
          <p:cNvSpPr>
            <a:spLocks noGrp="1"/>
          </p:cNvSpPr>
          <p:nvPr/>
        </p:nvSpPr>
        <p:spPr>
          <a:xfrm>
            <a:off x="6819900" y="484822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Pesos por distância: wᵢ = 1/dᵢ</a:t>
            </a:r>
          </a:p>
        </p:txBody>
      </p:sp>
      <p:sp>
        <p:nvSpPr>
          <p:cNvPr id="55" name="knn-weighted-result">
            <a:extLst>
              <a:ext uri="{FF2B5EF4-FFF2-40B4-BE49-F238E27FC236}">
                <a16:creationId xmlns:a16="http://schemas.microsoft.com/office/drawing/2014/main" id="{D4623412-E7D7-520E-825B-A31D34CD265B}"/>
              </a:ext>
            </a:extLst>
          </p:cNvPr>
          <p:cNvSpPr>
            <a:spLocks noGrp="1"/>
          </p:cNvSpPr>
          <p:nvPr/>
        </p:nvSpPr>
        <p:spPr>
          <a:xfrm>
            <a:off x="6819900" y="5238750"/>
            <a:ext cx="491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Q̂ = 15,7 m³/s</a:t>
            </a:r>
          </a:p>
        </p:txBody>
      </p:sp>
      <p:sp>
        <p:nvSpPr>
          <p:cNvPr id="56" name="knn-donors">
            <a:extLst>
              <a:ext uri="{FF2B5EF4-FFF2-40B4-BE49-F238E27FC236}">
                <a16:creationId xmlns:a16="http://schemas.microsoft.com/office/drawing/2014/main" id="{62AB1A1C-A88F-5437-AA66-CD6C3988DC6D}"/>
              </a:ext>
            </a:extLst>
          </p:cNvPr>
          <p:cNvSpPr>
            <a:spLocks noGrp="1"/>
          </p:cNvSpPr>
          <p:nvPr/>
        </p:nvSpPr>
        <p:spPr>
          <a:xfrm>
            <a:off x="457200" y="5695950"/>
            <a:ext cx="11277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No preenchimento, cada vizinho precisa ter o valor da variável ausente disponível.</a:t>
            </a:r>
          </a:p>
        </p:txBody>
      </p:sp>
      <p:sp>
        <p:nvSpPr>
          <p:cNvPr id="57" name="theory-origin">
            <a:extLst>
              <a:ext uri="{FF2B5EF4-FFF2-40B4-BE49-F238E27FC236}">
                <a16:creationId xmlns:a16="http://schemas.microsoft.com/office/drawing/2014/main" id="{20540B5F-5C74-55A8-A840-3CD20D273D40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didático. Distâncias adimensionais, após padronização. k = 3.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C4677CF1-9991-597D-83A5-386AD73E9B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C1F7F7-E9EC-5D23-9443-477270409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77BCDC6-DE1C-5BB3-B561-AFF055F35F37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KNN</a:t>
            </a:r>
          </a:p>
        </p:txBody>
      </p:sp>
      <p:pic>
        <p:nvPicPr>
          <p:cNvPr id="6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137B2676-9C0F-54DD-9ADF-B1F7B8AA5353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distância e padronização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6831C8C2-3B45-5E83-8481-3C8E6302C878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knn-raw-title">
            <a:extLst>
              <a:ext uri="{FF2B5EF4-FFF2-40B4-BE49-F238E27FC236}">
                <a16:creationId xmlns:a16="http://schemas.microsoft.com/office/drawing/2014/main" id="{F5AB0A0F-423E-50DA-BAA7-9E05F8F90035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Unidades originais</a:t>
            </a:r>
          </a:p>
        </p:txBody>
      </p:sp>
      <p:sp>
        <p:nvSpPr>
          <p:cNvPr id="50" name="knn-scaled-title">
            <a:extLst>
              <a:ext uri="{FF2B5EF4-FFF2-40B4-BE49-F238E27FC236}">
                <a16:creationId xmlns:a16="http://schemas.microsoft.com/office/drawing/2014/main" id="{19F76916-78B7-587E-9B12-E950138DB48A}"/>
              </a:ext>
            </a:extLst>
          </p:cNvPr>
          <p:cNvSpPr>
            <a:spLocks noGrp="1"/>
          </p:cNvSpPr>
          <p:nvPr/>
        </p:nvSpPr>
        <p:spPr>
          <a:xfrm>
            <a:off x="6419850" y="2343150"/>
            <a:ext cx="5314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Após padronização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="457200" y="2800350"/>
          <a:ext cx="52006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6419850" y="2800350"/>
          <a:ext cx="53149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" name="knn-scale-formula">
            <a:extLst>
              <a:ext uri="{FF2B5EF4-FFF2-40B4-BE49-F238E27FC236}">
                <a16:creationId xmlns:a16="http://schemas.microsoft.com/office/drawing/2014/main" id="{54FE8F75-5B13-548F-B1E4-630A6283F595}"/>
              </a:ext>
            </a:extLst>
          </p:cNvPr>
          <p:cNvSpPr>
            <a:spLocks noGrp="1"/>
          </p:cNvSpPr>
          <p:nvPr/>
        </p:nvSpPr>
        <p:spPr>
          <a:xfrm>
            <a:off x="457200" y="5486400"/>
            <a:ext cx="433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zⱼ = (xⱼ − μⱼ) / sⱼ</a:t>
            </a:r>
          </a:p>
        </p:txBody>
      </p:sp>
      <p:sp>
        <p:nvSpPr>
          <p:cNvPr id="54" name="knn-scale-values">
            <a:extLst>
              <a:ext uri="{FF2B5EF4-FFF2-40B4-BE49-F238E27FC236}">
                <a16:creationId xmlns:a16="http://schemas.microsoft.com/office/drawing/2014/main" id="{7335642A-08E8-5F95-8324-5133EC32BDC0}"/>
              </a:ext>
            </a:extLst>
          </p:cNvPr>
          <p:cNvSpPr>
            <a:spLocks noGrp="1"/>
          </p:cNvSpPr>
          <p:nvPr/>
        </p:nvSpPr>
        <p:spPr>
          <a:xfrm>
            <a:off x="5010150" y="5514975"/>
            <a:ext cx="6724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Escalas do treino: sP = 20 mm e sT = 1 °C.</a:t>
            </a:r>
          </a:p>
        </p:txBody>
      </p:sp>
      <p:sp>
        <p:nvSpPr>
          <p:cNvPr id="55" name="knn-query-values">
            <a:extLst>
              <a:ext uri="{FF2B5EF4-FFF2-40B4-BE49-F238E27FC236}">
                <a16:creationId xmlns:a16="http://schemas.microsoft.com/office/drawing/2014/main" id="{2D74B0D6-C3C7-5B13-A6D8-33C081322CD8}"/>
              </a:ext>
            </a:extLst>
          </p:cNvPr>
          <p:cNvSpPr>
            <a:spLocks noGrp="1"/>
          </p:cNvSpPr>
          <p:nvPr/>
        </p:nvSpPr>
        <p:spPr>
          <a:xfrm>
            <a:off x="457200" y="5819775"/>
            <a:ext cx="11277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Consulta (P,T) = (100,20). A = (110,25). B = (130,21).</a:t>
            </a:r>
          </a:p>
        </p:txBody>
      </p:sp>
      <p:sp>
        <p:nvSpPr>
          <p:cNvPr id="56" name="theory-origin">
            <a:extLst>
              <a:ext uri="{FF2B5EF4-FFF2-40B4-BE49-F238E27FC236}">
                <a16:creationId xmlns:a16="http://schemas.microsoft.com/office/drawing/2014/main" id="{DF503293-F0FE-5F5B-96CE-5184E834E01F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hipotéticos. Ciano: menor distância. μ e s devem usar somente o treino.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297CABEE-2DD6-5D73-8DEF-83FD050480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44B22C-6A97-55C8-9CA7-FBE4B54CC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857E39E-DC4A-5B76-B049-5DFDE6D0D9F5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KNN</a:t>
            </a:r>
          </a:p>
        </p:txBody>
      </p:sp>
      <p:pic>
        <p:nvPicPr>
          <p:cNvPr id="62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A3A5CC2-E41D-5D6F-9AA3-22C3ADECEBDD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efeito do número de vizinhos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0D885327-F243-59B3-9CC5-AAB254713CC1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knn-k-1">
            <a:extLst>
              <a:ext uri="{FF2B5EF4-FFF2-40B4-BE49-F238E27FC236}">
                <a16:creationId xmlns:a16="http://schemas.microsoft.com/office/drawing/2014/main" id="{78562F2A-4638-5F1D-A3F8-0B8678DE8CFF}"/>
              </a:ext>
            </a:extLst>
          </p:cNvPr>
          <p:cNvSpPr>
            <a:spLocks noGrp="1"/>
          </p:cNvSpPr>
          <p:nvPr/>
        </p:nvSpPr>
        <p:spPr>
          <a:xfrm>
            <a:off x="457200" y="235267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 = 1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457200" y="2809875"/>
          <a:ext cx="3476625" cy="2447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knn-k-desc-1">
            <a:extLst>
              <a:ext uri="{FF2B5EF4-FFF2-40B4-BE49-F238E27FC236}">
                <a16:creationId xmlns:a16="http://schemas.microsoft.com/office/drawing/2014/main" id="{BFDE8F5B-2171-58F8-9FB4-C1953FE84CCA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34861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Maior sensibilidade</a:t>
            </a:r>
          </a:p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às observações.</a:t>
            </a:r>
          </a:p>
        </p:txBody>
      </p:sp>
      <p:sp>
        <p:nvSpPr>
          <p:cNvPr id="52" name="knn-k-5">
            <a:extLst>
              <a:ext uri="{FF2B5EF4-FFF2-40B4-BE49-F238E27FC236}">
                <a16:creationId xmlns:a16="http://schemas.microsoft.com/office/drawing/2014/main" id="{EE6F631B-07B4-52CD-986B-35A5DA0C0687}"/>
              </a:ext>
            </a:extLst>
          </p:cNvPr>
          <p:cNvSpPr>
            <a:spLocks noGrp="1"/>
          </p:cNvSpPr>
          <p:nvPr/>
        </p:nvSpPr>
        <p:spPr>
          <a:xfrm>
            <a:off x="4267200" y="235267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 = 5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="4267200" y="2809875"/>
          <a:ext cx="3476625" cy="2447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4" name="knn-k-desc-5">
            <a:extLst>
              <a:ext uri="{FF2B5EF4-FFF2-40B4-BE49-F238E27FC236}">
                <a16:creationId xmlns:a16="http://schemas.microsoft.com/office/drawing/2014/main" id="{05B6FFA5-73CE-51D3-A720-C4BF9FB79F57}"/>
              </a:ext>
            </a:extLst>
          </p:cNvPr>
          <p:cNvSpPr>
            <a:spLocks noGrp="1"/>
          </p:cNvSpPr>
          <p:nvPr/>
        </p:nvSpPr>
        <p:spPr>
          <a:xfrm>
            <a:off x="4267200" y="5381625"/>
            <a:ext cx="34861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Estimativa com</a:t>
            </a:r>
          </a:p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vizinhança local.</a:t>
            </a:r>
          </a:p>
        </p:txBody>
      </p:sp>
      <p:sp>
        <p:nvSpPr>
          <p:cNvPr id="55" name="knn-k-15">
            <a:extLst>
              <a:ext uri="{FF2B5EF4-FFF2-40B4-BE49-F238E27FC236}">
                <a16:creationId xmlns:a16="http://schemas.microsoft.com/office/drawing/2014/main" id="{A0AC4406-D07B-57F1-8599-CA0CBA0AC5E0}"/>
              </a:ext>
            </a:extLst>
          </p:cNvPr>
          <p:cNvSpPr>
            <a:spLocks noGrp="1"/>
          </p:cNvSpPr>
          <p:nvPr/>
        </p:nvSpPr>
        <p:spPr>
          <a:xfrm>
            <a:off x="8077200" y="2352675"/>
            <a:ext cx="3486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 = 15</a:t>
            </a:r>
          </a:p>
        </p:txBody>
      </p:sp>
      <p:graphicFrame>
        <p:nvGraphicFramePr>
          <p:cNvPr id="72" name="Chart"/>
          <p:cNvGraphicFramePr/>
          <p:nvPr/>
        </p:nvGraphicFramePr>
        <p:xfrm>
          <a:off x="8077200" y="2809875"/>
          <a:ext cx="3476625" cy="2447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knn-k-desc-15">
            <a:extLst>
              <a:ext uri="{FF2B5EF4-FFF2-40B4-BE49-F238E27FC236}">
                <a16:creationId xmlns:a16="http://schemas.microsoft.com/office/drawing/2014/main" id="{3A0BFC5F-A5EF-57E7-8F16-D219CE1F7DD6}"/>
              </a:ext>
            </a:extLst>
          </p:cNvPr>
          <p:cNvSpPr>
            <a:spLocks noGrp="1"/>
          </p:cNvSpPr>
          <p:nvPr/>
        </p:nvSpPr>
        <p:spPr>
          <a:xfrm>
            <a:off x="8077200" y="5381625"/>
            <a:ext cx="34861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Suavização intensa</a:t>
            </a:r>
          </a:p>
          <a:p>
            <a:pPr algn="l"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do pico.</a:t>
            </a:r>
          </a:p>
        </p:txBody>
      </p:sp>
      <p:sp>
        <p:nvSpPr>
          <p:cNvPr id="58" name="theory-origin">
            <a:extLst>
              <a:ext uri="{FF2B5EF4-FFF2-40B4-BE49-F238E27FC236}">
                <a16:creationId xmlns:a16="http://schemas.microsoft.com/office/drawing/2014/main" id="{2A286277-644C-58F3-A875-AF80FC25F0F1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sintéticos. Pesos iguais. Cinza: observações. Ciano: KNN. Escolha k na validação.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proximidade no espaço de atributos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Chart"/>
          <p:cNvGraphicFramePr/>
          <p:nvPr/>
        </p:nvGraphicFramePr>
        <p:xfrm>
          <a:off x="457200" y="2419350"/>
          <a:ext cx="68389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knn-eq">
            <a:extLst>
              <a:ext uri="{FF2B5EF4-FFF2-40B4-BE49-F238E27FC236}">
                <a16:creationId xmlns:a16="http://schemas.microsoft.com/office/drawing/2014/main" id="{D8CC8F97-C09D-4FCF-AD82-999014F0BCA2}"/>
              </a:ext>
            </a:extLst>
          </p:cNvPr>
          <p:cNvSpPr>
            <a:spLocks noGrp="1"/>
          </p:cNvSpPr>
          <p:nvPr/>
        </p:nvSpPr>
        <p:spPr>
          <a:xfrm>
            <a:off x="7620000" y="2476500"/>
            <a:ext cx="4114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d(i,j) = √∑(xᵢₖ − xⱼₖ)²</a:t>
            </a:r>
          </a:p>
        </p:txBody>
      </p:sp>
      <p:sp>
        <p:nvSpPr>
          <p:cNvPr id="48" name="knn-definition">
            <a:extLst>
              <a:ext uri="{FF2B5EF4-FFF2-40B4-BE49-F238E27FC236}">
                <a16:creationId xmlns:a16="http://schemas.microsoft.com/office/drawing/2014/main" id="{893CE85C-C9C0-4919-A83E-401CF34C3FB8}"/>
              </a:ext>
            </a:extLst>
          </p:cNvPr>
          <p:cNvSpPr>
            <a:spLocks noGrp="1"/>
          </p:cNvSpPr>
          <p:nvPr/>
        </p:nvSpPr>
        <p:spPr>
          <a:xfrm>
            <a:off x="7620000" y="3190875"/>
            <a:ext cx="41148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algoritmo compara os atributos disponíveis e usa os k vizinhos mais semelhantes para estimar o valor ausente.</a:t>
            </a:r>
          </a:p>
        </p:txBody>
      </p:sp>
      <p:sp>
        <p:nvSpPr>
          <p:cNvPr id="49" name="knn-time">
            <a:extLst>
              <a:ext uri="{FF2B5EF4-FFF2-40B4-BE49-F238E27FC236}">
                <a16:creationId xmlns:a16="http://schemas.microsoft.com/office/drawing/2014/main" id="{30043D3F-8552-490B-B325-271A5109070A}"/>
              </a:ext>
            </a:extLst>
          </p:cNvPr>
          <p:cNvSpPr>
            <a:spLocks noGrp="1"/>
          </p:cNvSpPr>
          <p:nvPr/>
        </p:nvSpPr>
        <p:spPr>
          <a:xfrm>
            <a:off x="7620000" y="4648200"/>
            <a:ext cx="4114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Os vizinhos podem estar distantes no tempo ou no espaço geográfico.</a:t>
            </a:r>
          </a:p>
        </p:txBody>
      </p:sp>
      <p:sp>
        <p:nvSpPr>
          <p:cNvPr id="50" name="origem-dados">
            <a:extLst>
              <a:ext uri="{FF2B5EF4-FFF2-40B4-BE49-F238E27FC236}">
                <a16:creationId xmlns:a16="http://schemas.microsoft.com/office/drawing/2014/main" id="{86B088F3-2B45-4744-AFCA-1EC82EE821F5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do exemplo original. Para o cálculo real, padronize atributos de unidades distintas.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Exemplo KNN: atributos e valor ausente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Table 58"/>
          <p:cNvGraphicFramePr/>
          <p:nvPr/>
        </p:nvGraphicFramePr>
        <p:xfrm>
          <a:off x="457200" y="2400300"/>
          <a:ext cx="7762875" cy="3067050"/>
        </p:xfrm>
        <a:graphic>
          <a:graphicData uri="http://schemas.openxmlformats.org/drawingml/2006/table">
            <a:tbl>
              <a:tblPr firstRow="1"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TEMP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PRESS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WIND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25.0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24.5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NaN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25.2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1011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5.3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24.9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23.5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1009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26.0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knn-atributos">
            <a:extLst>
              <a:ext uri="{FF2B5EF4-FFF2-40B4-BE49-F238E27FC236}">
                <a16:creationId xmlns:a16="http://schemas.microsoft.com/office/drawing/2014/main" id="{021CE671-387E-4249-B87E-C7E868C54CD7}"/>
              </a:ext>
            </a:extLst>
          </p:cNvPr>
          <p:cNvSpPr>
            <a:spLocks noGrp="1"/>
          </p:cNvSpPr>
          <p:nvPr/>
        </p:nvSpPr>
        <p:spPr>
          <a:xfrm>
            <a:off x="8667750" y="2647950"/>
            <a:ext cx="306705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TEMP e WIND orientam a busca dos vizinhos da linha 1.</a:t>
            </a:r>
          </a:p>
        </p:txBody>
      </p:sp>
      <p:sp>
        <p:nvSpPr>
          <p:cNvPr id="48" name="knn-alvo">
            <a:extLst>
              <a:ext uri="{FF2B5EF4-FFF2-40B4-BE49-F238E27FC236}">
                <a16:creationId xmlns:a16="http://schemas.microsoft.com/office/drawing/2014/main" id="{5D64310C-DA69-4580-B436-ACC04444E3F1}"/>
              </a:ext>
            </a:extLst>
          </p:cNvPr>
          <p:cNvSpPr>
            <a:spLocks noGrp="1"/>
          </p:cNvSpPr>
          <p:nvPr/>
        </p:nvSpPr>
        <p:spPr>
          <a:xfrm>
            <a:off x="8667750" y="4124325"/>
            <a:ext cx="3067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Valor ausente</a:t>
            </a:r>
          </a:p>
        </p:txBody>
      </p:sp>
      <p:sp>
        <p:nvSpPr>
          <p:cNvPr id="49" name="knn-alvo-val">
            <a:extLst>
              <a:ext uri="{FF2B5EF4-FFF2-40B4-BE49-F238E27FC236}">
                <a16:creationId xmlns:a16="http://schemas.microsoft.com/office/drawing/2014/main" id="{2E5E0F89-5229-4421-A371-49CFEE308F5E}"/>
              </a:ext>
            </a:extLst>
          </p:cNvPr>
          <p:cNvSpPr>
            <a:spLocks noGrp="1"/>
          </p:cNvSpPr>
          <p:nvPr/>
        </p:nvSpPr>
        <p:spPr>
          <a:xfrm>
            <a:off x="8667750" y="4514850"/>
            <a:ext cx="3067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PRESS = NaN</a:t>
            </a:r>
          </a:p>
        </p:txBody>
      </p:sp>
      <p:sp>
        <p:nvSpPr>
          <p:cNvPr id="50" name="knn-padroniza">
            <a:extLst>
              <a:ext uri="{FF2B5EF4-FFF2-40B4-BE49-F238E27FC236}">
                <a16:creationId xmlns:a16="http://schemas.microsoft.com/office/drawing/2014/main" id="{9F2F3872-E6D3-4833-800B-36A3DA63D6E8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pressão ausente não participa da distância entre essas linhas.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distância para a linha 1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Chart"/>
          <p:cNvGraphicFramePr/>
          <p:nvPr/>
        </p:nvGraphicFramePr>
        <p:xfrm>
          <a:off x="457200" y="2381250"/>
          <a:ext cx="72009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knn-3ids">
            <a:extLst>
              <a:ext uri="{FF2B5EF4-FFF2-40B4-BE49-F238E27FC236}">
                <a16:creationId xmlns:a16="http://schemas.microsoft.com/office/drawing/2014/main" id="{AA55C256-C217-407A-8453-E4C8AF738AE3}"/>
              </a:ext>
            </a:extLst>
          </p:cNvPr>
          <p:cNvSpPr>
            <a:spLocks noGrp="1"/>
          </p:cNvSpPr>
          <p:nvPr/>
        </p:nvSpPr>
        <p:spPr>
          <a:xfrm>
            <a:off x="8096250" y="2524125"/>
            <a:ext cx="3638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 = 3</a:t>
            </a:r>
          </a:p>
        </p:txBody>
      </p:sp>
      <p:sp>
        <p:nvSpPr>
          <p:cNvPr id="48" name="knn-3-list">
            <a:extLst>
              <a:ext uri="{FF2B5EF4-FFF2-40B4-BE49-F238E27FC236}">
                <a16:creationId xmlns:a16="http://schemas.microsoft.com/office/drawing/2014/main" id="{0ADB3EFA-2142-47B9-8C81-95D744964C0E}"/>
              </a:ext>
            </a:extLst>
          </p:cNvPr>
          <p:cNvSpPr>
            <a:spLocks noGrp="1"/>
          </p:cNvSpPr>
          <p:nvPr/>
        </p:nvSpPr>
        <p:spPr>
          <a:xfrm>
            <a:off x="8096250" y="3086100"/>
            <a:ext cx="36385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Vizinhos: 3, 0 e 2</a:t>
            </a:r>
          </a:p>
        </p:txBody>
      </p:sp>
      <p:sp>
        <p:nvSpPr>
          <p:cNvPr id="49" name="knn-dist-example">
            <a:extLst>
              <a:ext uri="{FF2B5EF4-FFF2-40B4-BE49-F238E27FC236}">
                <a16:creationId xmlns:a16="http://schemas.microsoft.com/office/drawing/2014/main" id="{296176BA-8800-4DF8-9775-17ED3F8C82CB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63855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d(1,3) =</a:t>
            </a:r>
          </a:p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√[(24,5−24,9)²</a:t>
            </a:r>
          </a:p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  +(5,1−5,0)²]</a:t>
            </a:r>
          </a:p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≈ 0,412</a:t>
            </a:r>
          </a:p>
        </p:txBody>
      </p:sp>
      <p:sp>
        <p:nvSpPr>
          <p:cNvPr id="50" name="origem-dados">
            <a:extLst>
              <a:ext uri="{FF2B5EF4-FFF2-40B4-BE49-F238E27FC236}">
                <a16:creationId xmlns:a16="http://schemas.microsoft.com/office/drawing/2014/main" id="{FF26FD3F-4229-4627-AEF6-C1E5CB58F760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original, sem padronização. As unidades influenciam o cálculo.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KNN: preenchimento da pressão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Table 58"/>
          <p:cNvGraphicFramePr/>
          <p:nvPr/>
        </p:nvGraphicFramePr>
        <p:xfrm>
          <a:off x="457200" y="2524125"/>
          <a:ext cx="6838950" cy="2933700"/>
        </p:xfrm>
        <a:graphic>
          <a:graphicData uri="http://schemas.openxmlformats.org/drawingml/2006/table">
            <a:tbl>
              <a:tblPr firstRow="1"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TEMP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PRESS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WIND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25.0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1012</a:t>
                      </a:r>
                    </a:p>
                  </a:txBody>
                  <a:tcPr anchor="ctr">
                    <a:solidFill>
                      <a:srgbClr val="0C55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24.5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1012</a:t>
                      </a:r>
                    </a:p>
                  </a:txBody>
                  <a:tcPr anchor="ctr">
                    <a:solidFill>
                      <a:srgbClr val="1268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25.2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1011</a:t>
                      </a:r>
                    </a:p>
                  </a:txBody>
                  <a:tcPr anchor="ctr">
                    <a:solidFill>
                      <a:srgbClr val="0C55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5.3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24.9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1013</a:t>
                      </a:r>
                    </a:p>
                  </a:txBody>
                  <a:tcPr anchor="ctr">
                    <a:solidFill>
                      <a:srgbClr val="0C55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23.5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1009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26.0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1015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5.1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knn-mean-title">
            <a:extLst>
              <a:ext uri="{FF2B5EF4-FFF2-40B4-BE49-F238E27FC236}">
                <a16:creationId xmlns:a16="http://schemas.microsoft.com/office/drawing/2014/main" id="{EF860C79-2282-44A2-839C-EC7BDEA040E4}"/>
              </a:ext>
            </a:extLst>
          </p:cNvPr>
          <p:cNvSpPr>
            <a:spLocks noGrp="1"/>
          </p:cNvSpPr>
          <p:nvPr/>
        </p:nvSpPr>
        <p:spPr>
          <a:xfrm>
            <a:off x="7839075" y="2714625"/>
            <a:ext cx="3895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Média dos 3 vizinhos</a:t>
            </a:r>
          </a:p>
        </p:txBody>
      </p:sp>
      <p:sp>
        <p:nvSpPr>
          <p:cNvPr id="48" name="knn-mean-formula">
            <a:extLst>
              <a:ext uri="{FF2B5EF4-FFF2-40B4-BE49-F238E27FC236}">
                <a16:creationId xmlns:a16="http://schemas.microsoft.com/office/drawing/2014/main" id="{84AB1424-3B5E-4C33-97A3-019B72C47C14}"/>
              </a:ext>
            </a:extLst>
          </p:cNvPr>
          <p:cNvSpPr>
            <a:spLocks noGrp="1"/>
          </p:cNvSpPr>
          <p:nvPr/>
        </p:nvSpPr>
        <p:spPr>
          <a:xfrm>
            <a:off x="7839075" y="3543300"/>
            <a:ext cx="38957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P̂ = (1013 + 1012</a:t>
            </a:r>
          </a:p>
          <a:p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     + 1011) / 3</a:t>
            </a:r>
          </a:p>
        </p:txBody>
      </p:sp>
      <p:sp>
        <p:nvSpPr>
          <p:cNvPr id="49" name="knn-mean-result">
            <a:extLst>
              <a:ext uri="{FF2B5EF4-FFF2-40B4-BE49-F238E27FC236}">
                <a16:creationId xmlns:a16="http://schemas.microsoft.com/office/drawing/2014/main" id="{BC62C590-71DB-401F-8F7B-9707B4148012}"/>
              </a:ext>
            </a:extLst>
          </p:cNvPr>
          <p:cNvSpPr>
            <a:spLocks noGrp="1"/>
          </p:cNvSpPr>
          <p:nvPr/>
        </p:nvSpPr>
        <p:spPr>
          <a:xfrm>
            <a:off x="7839075" y="4686300"/>
            <a:ext cx="38957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P̂ = 1012 hPa</a:t>
            </a:r>
          </a:p>
        </p:txBody>
      </p:sp>
      <p:sp>
        <p:nvSpPr>
          <p:cNvPr id="50" name="knn-result-desc">
            <a:extLst>
              <a:ext uri="{FF2B5EF4-FFF2-40B4-BE49-F238E27FC236}">
                <a16:creationId xmlns:a16="http://schemas.microsoft.com/office/drawing/2014/main" id="{B62E5288-B787-4229-A345-E440AE936CBE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célula verde mostra o valor preenchido. As células em azul identificam os vizinhos.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53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701" y="1911864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Limitações KNN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10582" y="2390775"/>
            <a:ext cx="6323836" cy="3343275"/>
          </a:xfrm>
          <a:prstGeom prst="rect">
            <a:avLst/>
          </a:prstGeom>
        </p:spPr>
      </p:pic>
      <p:sp>
        <p:nvSpPr>
          <p:cNvPr id="46" name="knn-limits">
            <a:extLst>
              <a:ext uri="{FF2B5EF4-FFF2-40B4-BE49-F238E27FC236}">
                <a16:creationId xmlns:a16="http://schemas.microsoft.com/office/drawing/2014/main" id="{4F3251C6-AC98-41D0-B55D-641F58510DCC}"/>
              </a:ext>
            </a:extLst>
          </p:cNvPr>
          <p:cNvSpPr>
            <a:spLocks noGrp="1"/>
          </p:cNvSpPr>
          <p:nvPr/>
        </p:nvSpPr>
        <p:spPr>
          <a:xfrm>
            <a:off x="457200" y="2524125"/>
            <a:ext cx="46672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versão básica ignora a ordem temporal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número de vizinhos k altera o preenchimento</a:t>
            </a:r>
          </a:p>
          <a:p>
            <a:pPr marL="228600" indent="-114300" algn="l">
              <a:spcAft>
                <a:spcPts val="1000"/>
              </a:spcAft>
              <a:buChar char="•"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Sazonalidade e tendência exigem atributos específicos</a:t>
            </a:r>
          </a:p>
        </p:txBody>
      </p:sp>
      <p:sp>
        <p:nvSpPr>
          <p:cNvPr id="47" name="knn-limits-note">
            <a:extLst>
              <a:ext uri="{FF2B5EF4-FFF2-40B4-BE49-F238E27FC236}">
                <a16:creationId xmlns:a16="http://schemas.microsoft.com/office/drawing/2014/main" id="{E773A729-0D01-4644-9455-04E4CB7FE989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validação deve incluir falhas longas e trechos com comportamento diferente.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48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619250"/>
            <a:ext cx="11284553" cy="3810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Exemplo de aplicação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rcRect t="1200"/>
          <a:stretch/>
        </p:blipFill>
        <p:spPr>
          <a:xfrm>
            <a:off x="2095500" y="2076450"/>
            <a:ext cx="8001000" cy="3533775"/>
          </a:xfrm>
          <a:prstGeom prst="rect">
            <a:avLst/>
          </a:prstGeom>
        </p:spPr>
      </p:pic>
      <p:sp>
        <p:nvSpPr>
          <p:cNvPr id="42" name="application-note">
            <a:extLst>
              <a:ext uri="{FF2B5EF4-FFF2-40B4-BE49-F238E27FC236}">
                <a16:creationId xmlns:a16="http://schemas.microsoft.com/office/drawing/2014/main" id="{ACF7AEAE-7BA2-461D-84D5-6B847429F094}"/>
              </a:ext>
            </a:extLst>
          </p:cNvPr>
          <p:cNvSpPr>
            <a:spLocks noGrp="1"/>
          </p:cNvSpPr>
          <p:nvPr/>
        </p:nvSpPr>
        <p:spPr>
          <a:xfrm>
            <a:off x="457200" y="5753100"/>
            <a:ext cx="11277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Métodos diferentes produzem valores distintos na mesma lacuna. A validação quantifica essas diferenças.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64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Correlação de Pearson: comportamento visual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pearson-h-0">
            <a:extLst>
              <a:ext uri="{FF2B5EF4-FFF2-40B4-BE49-F238E27FC236}">
                <a16:creationId xmlns:a16="http://schemas.microsoft.com/office/drawing/2014/main" id="{23D25F7B-8FF0-4462-B086-206DF4ECBF2B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Positiva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="457200" y="2714625"/>
          <a:ext cx="3476625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pearson-r-0">
            <a:extLst>
              <a:ext uri="{FF2B5EF4-FFF2-40B4-BE49-F238E27FC236}">
                <a16:creationId xmlns:a16="http://schemas.microsoft.com/office/drawing/2014/main" id="{5ED1F53A-3827-4F32-9D40-2A86CBA02E7E}"/>
              </a:ext>
            </a:extLst>
          </p:cNvPr>
          <p:cNvSpPr>
            <a:spLocks noGrp="1"/>
          </p:cNvSpPr>
          <p:nvPr/>
        </p:nvSpPr>
        <p:spPr>
          <a:xfrm>
            <a:off x="457200" y="529590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 = 0,97</a:t>
            </a:r>
          </a:p>
        </p:txBody>
      </p:sp>
      <p:sp>
        <p:nvSpPr>
          <p:cNvPr id="49" name="pearson-h-1">
            <a:extLst>
              <a:ext uri="{FF2B5EF4-FFF2-40B4-BE49-F238E27FC236}">
                <a16:creationId xmlns:a16="http://schemas.microsoft.com/office/drawing/2014/main" id="{A9B7C040-0EF4-4AE3-8E1C-408DC72E3A6A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Negativa</a:t>
            </a:r>
          </a:p>
        </p:txBody>
      </p:sp>
      <p:graphicFrame>
        <p:nvGraphicFramePr>
          <p:cNvPr id="71" name="Chart"/>
          <p:cNvGraphicFramePr/>
          <p:nvPr/>
        </p:nvGraphicFramePr>
        <p:xfrm>
          <a:off x="4267200" y="2714625"/>
          <a:ext cx="3476625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1" name="pearson-r-1">
            <a:extLst>
              <a:ext uri="{FF2B5EF4-FFF2-40B4-BE49-F238E27FC236}">
                <a16:creationId xmlns:a16="http://schemas.microsoft.com/office/drawing/2014/main" id="{02301AE7-7E86-4179-9C81-F12BC6C89C6A}"/>
              </a:ext>
            </a:extLst>
          </p:cNvPr>
          <p:cNvSpPr>
            <a:spLocks noGrp="1"/>
          </p:cNvSpPr>
          <p:nvPr/>
        </p:nvSpPr>
        <p:spPr>
          <a:xfrm>
            <a:off x="4267200" y="529590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 = -0,97</a:t>
            </a:r>
          </a:p>
        </p:txBody>
      </p:sp>
      <p:sp>
        <p:nvSpPr>
          <p:cNvPr id="52" name="pearson-h-2">
            <a:extLst>
              <a:ext uri="{FF2B5EF4-FFF2-40B4-BE49-F238E27FC236}">
                <a16:creationId xmlns:a16="http://schemas.microsoft.com/office/drawing/2014/main" id="{33350732-7368-4780-B2F4-24737934589A}"/>
              </a:ext>
            </a:extLst>
          </p:cNvPr>
          <p:cNvSpPr>
            <a:spLocks noGrp="1"/>
          </p:cNvSpPr>
          <p:nvPr/>
        </p:nvSpPr>
        <p:spPr>
          <a:xfrm>
            <a:off x="807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Não linear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="8077200" y="2714625"/>
          <a:ext cx="3476625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4" name="pearson-r-2">
            <a:extLst>
              <a:ext uri="{FF2B5EF4-FFF2-40B4-BE49-F238E27FC236}">
                <a16:creationId xmlns:a16="http://schemas.microsoft.com/office/drawing/2014/main" id="{366394A2-279F-492F-96AC-7043691D36E3}"/>
              </a:ext>
            </a:extLst>
          </p:cNvPr>
          <p:cNvSpPr>
            <a:spLocks noGrp="1"/>
          </p:cNvSpPr>
          <p:nvPr/>
        </p:nvSpPr>
        <p:spPr>
          <a:xfrm>
            <a:off x="8077200" y="529590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 = -0,02</a:t>
            </a:r>
          </a:p>
        </p:txBody>
      </p:sp>
      <p:sp>
        <p:nvSpPr>
          <p:cNvPr id="55" name="pearson-meaning">
            <a:extLst>
              <a:ext uri="{FF2B5EF4-FFF2-40B4-BE49-F238E27FC236}">
                <a16:creationId xmlns:a16="http://schemas.microsoft.com/office/drawing/2014/main" id="{AF456C14-8AA3-4A9C-97FB-F2C88E561C08}"/>
              </a:ext>
            </a:extLst>
          </p:cNvPr>
          <p:cNvSpPr>
            <a:spLocks noGrp="1"/>
          </p:cNvSpPr>
          <p:nvPr/>
        </p:nvSpPr>
        <p:spPr>
          <a:xfrm>
            <a:off x="457200" y="5791200"/>
            <a:ext cx="11277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 varia de −1 a +1. Um valor próximo de zero pode coexistir com uma relação não linear.</a:t>
            </a:r>
          </a:p>
        </p:txBody>
      </p:sp>
      <p:sp>
        <p:nvSpPr>
          <p:cNvPr id="56" name="origem-dados">
            <a:extLst>
              <a:ext uri="{FF2B5EF4-FFF2-40B4-BE49-F238E27FC236}">
                <a16:creationId xmlns:a16="http://schemas.microsoft.com/office/drawing/2014/main" id="{40CD1358-8223-43D0-951F-A3D70449B7A0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C167C744-A568-58DD-985E-16E975A64F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32D294-FCA4-5CAC-90E5-83929ED6C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FA08A73-3180-5F6B-AEF9-D208364BB53D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da informação mútua</a:t>
            </a:r>
          </a:p>
        </p:txBody>
      </p:sp>
      <p:pic>
        <p:nvPicPr>
          <p:cNvPr id="6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9CD281F-D2E8-596B-BBFE-7E4F3A863B92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mútua: entropia e incerteza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0BF622B4-CEDB-5D3C-B176-D12657B40A81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entropy-definition">
            <a:extLst>
              <a:ext uri="{FF2B5EF4-FFF2-40B4-BE49-F238E27FC236}">
                <a16:creationId xmlns:a16="http://schemas.microsoft.com/office/drawing/2014/main" id="{5D684FF0-80C2-5739-B1AF-D2D37D71A71C}"/>
              </a:ext>
            </a:extLst>
          </p:cNvPr>
          <p:cNvSpPr>
            <a:spLocks noGrp="1"/>
          </p:cNvSpPr>
          <p:nvPr/>
        </p:nvSpPr>
        <p:spPr>
          <a:xfrm>
            <a:off x="457200" y="2362200"/>
            <a:ext cx="52768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entropia H(Y) resume a incerteza de uma variável discreta.</a:t>
            </a:r>
          </a:p>
        </p:txBody>
      </p:sp>
      <p:sp>
        <p:nvSpPr>
          <p:cNvPr id="50" name="entropy-equation">
            <a:extLst>
              <a:ext uri="{FF2B5EF4-FFF2-40B4-BE49-F238E27FC236}">
                <a16:creationId xmlns:a16="http://schemas.microsoft.com/office/drawing/2014/main" id="{EBEA815D-65D4-5667-BF3A-381A0B8161D2}"/>
              </a:ext>
            </a:extLst>
          </p:cNvPr>
          <p:cNvSpPr>
            <a:spLocks noGrp="1"/>
          </p:cNvSpPr>
          <p:nvPr/>
        </p:nvSpPr>
        <p:spPr>
          <a:xfrm>
            <a:off x="457200" y="3238500"/>
            <a:ext cx="55911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H(Y) = −∑ p(y) log₂ p(y)</a:t>
            </a:r>
          </a:p>
        </p:txBody>
      </p:sp>
      <p:sp>
        <p:nvSpPr>
          <p:cNvPr id="51" name="mi-reduction-equation">
            <a:extLst>
              <a:ext uri="{FF2B5EF4-FFF2-40B4-BE49-F238E27FC236}">
                <a16:creationId xmlns:a16="http://schemas.microsoft.com/office/drawing/2014/main" id="{5B5192A2-C0A6-5F18-B3D3-8F7ECC8B2663}"/>
              </a:ext>
            </a:extLst>
          </p:cNvPr>
          <p:cNvSpPr>
            <a:spLocks noGrp="1"/>
          </p:cNvSpPr>
          <p:nvPr/>
        </p:nvSpPr>
        <p:spPr>
          <a:xfrm>
            <a:off x="457200" y="4029075"/>
            <a:ext cx="55911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I(X;Y) = H(Y) − H(Y∣X)</a:t>
            </a:r>
          </a:p>
        </p:txBody>
      </p:sp>
      <p:sp>
        <p:nvSpPr>
          <p:cNvPr id="52" name="mi-reduction-description">
            <a:extLst>
              <a:ext uri="{FF2B5EF4-FFF2-40B4-BE49-F238E27FC236}">
                <a16:creationId xmlns:a16="http://schemas.microsoft.com/office/drawing/2014/main" id="{6E4B0599-8559-511C-AAD9-5C6614987E43}"/>
              </a:ext>
            </a:extLst>
          </p:cNvPr>
          <p:cNvSpPr>
            <a:spLocks noGrp="1"/>
          </p:cNvSpPr>
          <p:nvPr/>
        </p:nvSpPr>
        <p:spPr>
          <a:xfrm>
            <a:off x="457200" y="4695825"/>
            <a:ext cx="542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H(Y∣X) é a incerteza que resta sobre Y quando conhecemos X. A MI mede a redução média dessa incerteza.</a:t>
            </a:r>
          </a:p>
        </p:txBody>
      </p:sp>
      <p:sp>
        <p:nvSpPr>
          <p:cNvPr id="53" name="entropy-binary-title">
            <a:extLst>
              <a:ext uri="{FF2B5EF4-FFF2-40B4-BE49-F238E27FC236}">
                <a16:creationId xmlns:a16="http://schemas.microsoft.com/office/drawing/2014/main" id="{EC4434D6-5693-5E12-A22F-96B43F525711}"/>
              </a:ext>
            </a:extLst>
          </p:cNvPr>
          <p:cNvSpPr>
            <a:spLocks noGrp="1"/>
          </p:cNvSpPr>
          <p:nvPr/>
        </p:nvSpPr>
        <p:spPr>
          <a:xfrm>
            <a:off x="6534150" y="2352675"/>
            <a:ext cx="5200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Y: vazão baixa ou alta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="6534150" y="2838450"/>
          <a:ext cx="5200650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entropy-max">
            <a:extLst>
              <a:ext uri="{FF2B5EF4-FFF2-40B4-BE49-F238E27FC236}">
                <a16:creationId xmlns:a16="http://schemas.microsoft.com/office/drawing/2014/main" id="{DD44F7B3-2167-5169-9EA6-02BB4BAA69EE}"/>
              </a:ext>
            </a:extLst>
          </p:cNvPr>
          <p:cNvSpPr>
            <a:spLocks noGrp="1"/>
          </p:cNvSpPr>
          <p:nvPr/>
        </p:nvSpPr>
        <p:spPr>
          <a:xfrm>
            <a:off x="6534150" y="5743575"/>
            <a:ext cx="5200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p = 0,5: H(Y) = 1 bit</a:t>
            </a:r>
          </a:p>
        </p:txBody>
      </p:sp>
      <p:sp>
        <p:nvSpPr>
          <p:cNvPr id="56" name="theory-origin">
            <a:extLst>
              <a:ext uri="{FF2B5EF4-FFF2-40B4-BE49-F238E27FC236}">
                <a16:creationId xmlns:a16="http://schemas.microsoft.com/office/drawing/2014/main" id="{FB4EAEAE-12AD-5A58-808B-80E6511DA3B0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binário teórico. Em p = 0 ou p = 1, o resultado é certo e H(Y) = 0.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F83D568D-D63E-571F-A872-732AA1038A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DD5F7D-8C33-511E-BAFF-B95141A50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745BFB8-CB85-55D7-B430-AD0BF86D99FD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da informação mútua</a:t>
            </a:r>
          </a:p>
        </p:txBody>
      </p:sp>
      <p:pic>
        <p:nvPicPr>
          <p:cNvPr id="6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27A5499-8967-55FB-91DE-95BF54B63793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mútua: cálculo com probabilidades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FAFA14C9-803D-5F7E-92BC-7C95CD3F940D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mi-joint-equation">
            <a:extLst>
              <a:ext uri="{FF2B5EF4-FFF2-40B4-BE49-F238E27FC236}">
                <a16:creationId xmlns:a16="http://schemas.microsoft.com/office/drawing/2014/main" id="{CC7C3360-62B4-5391-A866-8ED9492EB872}"/>
              </a:ext>
            </a:extLst>
          </p:cNvPr>
          <p:cNvSpPr>
            <a:spLocks noGrp="1"/>
          </p:cNvSpPr>
          <p:nvPr/>
        </p:nvSpPr>
        <p:spPr>
          <a:xfrm>
            <a:off x="457200" y="2352675"/>
            <a:ext cx="11277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I(X;Y) = ∑ₓ∑ᵧ p(x,y) log₂[p(x,y)/(p(x)p(y))]</a:t>
            </a:r>
          </a:p>
        </p:txBody>
      </p:sp>
      <p:sp>
        <p:nvSpPr>
          <p:cNvPr id="50" name="mi-dependent-title">
            <a:extLst>
              <a:ext uri="{FF2B5EF4-FFF2-40B4-BE49-F238E27FC236}">
                <a16:creationId xmlns:a16="http://schemas.microsoft.com/office/drawing/2014/main" id="{4A681DF8-90CC-5D45-AE61-0B91FBB930C0}"/>
              </a:ext>
            </a:extLst>
          </p:cNvPr>
          <p:cNvSpPr>
            <a:spLocks noGrp="1"/>
          </p:cNvSpPr>
          <p:nvPr/>
        </p:nvSpPr>
        <p:spPr>
          <a:xfrm>
            <a:off x="457200" y="2952750"/>
            <a:ext cx="510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Dependência perfeita</a:t>
            </a:r>
          </a:p>
        </p:txBody>
      </p:sp>
      <p:sp>
        <p:nvSpPr>
          <p:cNvPr id="51" name="mi-independent-title">
            <a:extLst>
              <a:ext uri="{FF2B5EF4-FFF2-40B4-BE49-F238E27FC236}">
                <a16:creationId xmlns:a16="http://schemas.microsoft.com/office/drawing/2014/main" id="{124025EC-C054-5D9B-A5F6-12EE6086F631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5124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Independência</a:t>
            </a:r>
          </a:p>
        </p:txBody>
      </p:sp>
      <p:graphicFrame>
        <p:nvGraphicFramePr>
          <p:cNvPr id="66" name="Table 65"/>
          <p:cNvGraphicFramePr/>
          <p:nvPr/>
        </p:nvGraphicFramePr>
        <p:xfrm>
          <a:off x="457200" y="3390900"/>
          <a:ext cx="5105400" cy="1905000"/>
        </p:xfrm>
        <a:graphic>
          <a:graphicData uri="http://schemas.openxmlformats.org/drawingml/2006/table">
            <a:tbl>
              <a:tblPr firstRow="1"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 / Y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Baixa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Alta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Seco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C55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Úmido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C55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/>
          <p:nvPr/>
        </p:nvGraphicFramePr>
        <p:xfrm>
          <a:off x="6610350" y="3390900"/>
          <a:ext cx="5124450" cy="1905000"/>
        </p:xfrm>
        <a:graphic>
          <a:graphicData uri="http://schemas.openxmlformats.org/drawingml/2006/table">
            <a:tbl>
              <a:tblPr firstRow="1"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 / Y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Baixa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Alta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Seco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Úmido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mi-dependent-result">
            <a:extLst>
              <a:ext uri="{FF2B5EF4-FFF2-40B4-BE49-F238E27FC236}">
                <a16:creationId xmlns:a16="http://schemas.microsoft.com/office/drawing/2014/main" id="{8079B728-A27A-5C5E-BE62-6E7802501CDD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I = 2 × 0,5 × log₂(2) = 1 bit</a:t>
            </a:r>
          </a:p>
        </p:txBody>
      </p:sp>
      <p:sp>
        <p:nvSpPr>
          <p:cNvPr id="55" name="mi-independent-result">
            <a:extLst>
              <a:ext uri="{FF2B5EF4-FFF2-40B4-BE49-F238E27FC236}">
                <a16:creationId xmlns:a16="http://schemas.microsoft.com/office/drawing/2014/main" id="{65A98302-D5E1-5EAD-A4F1-38FC52C806CF}"/>
              </a:ext>
            </a:extLst>
          </p:cNvPr>
          <p:cNvSpPr>
            <a:spLocks noGrp="1"/>
          </p:cNvSpPr>
          <p:nvPr/>
        </p:nvSpPr>
        <p:spPr>
          <a:xfrm>
            <a:off x="6610350" y="5476875"/>
            <a:ext cx="5124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p(x,y) = p(x)p(y): I = 0</a:t>
            </a:r>
          </a:p>
        </p:txBody>
      </p:sp>
      <p:sp>
        <p:nvSpPr>
          <p:cNvPr id="56" name="theory-origin">
            <a:extLst>
              <a:ext uri="{FF2B5EF4-FFF2-40B4-BE49-F238E27FC236}">
                <a16:creationId xmlns:a16="http://schemas.microsoft.com/office/drawing/2014/main" id="{914D0964-0522-5113-86F2-3B5D695FEF0C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Probabilidades hipotéticas. X: regime seco/úmido. Y: vazão discretizada em baixa/alta.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6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 (Mutual Information)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mi-h-0">
            <a:extLst>
              <a:ext uri="{FF2B5EF4-FFF2-40B4-BE49-F238E27FC236}">
                <a16:creationId xmlns:a16="http://schemas.microsoft.com/office/drawing/2014/main" id="{BA372F13-5F27-4263-AC53-559408CDE997}"/>
              </a:ext>
            </a:extLst>
          </p:cNvPr>
          <p:cNvSpPr>
            <a:spLocks noGrp="1"/>
          </p:cNvSpPr>
          <p:nvPr/>
        </p:nvSpPr>
        <p:spPr>
          <a:xfrm>
            <a:off x="457200" y="2314575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Linear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="457200" y="268605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mi-val-0">
            <a:extLst>
              <a:ext uri="{FF2B5EF4-FFF2-40B4-BE49-F238E27FC236}">
                <a16:creationId xmlns:a16="http://schemas.microsoft.com/office/drawing/2014/main" id="{AF144062-9FD7-455A-9B60-22CE7572506C}"/>
              </a:ext>
            </a:extLst>
          </p:cNvPr>
          <p:cNvSpPr>
            <a:spLocks noGrp="1"/>
          </p:cNvSpPr>
          <p:nvPr/>
        </p:nvSpPr>
        <p:spPr>
          <a:xfrm>
            <a:off x="457200" y="5172075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MI = 1,39 nats</a:t>
            </a:r>
          </a:p>
        </p:txBody>
      </p:sp>
      <p:sp>
        <p:nvSpPr>
          <p:cNvPr id="49" name="mi-r-0">
            <a:extLst>
              <a:ext uri="{FF2B5EF4-FFF2-40B4-BE49-F238E27FC236}">
                <a16:creationId xmlns:a16="http://schemas.microsoft.com/office/drawing/2014/main" id="{CCBF3689-BB0F-4AA3-92CC-4837DA20BFAC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Pearson r = 0,97</a:t>
            </a:r>
          </a:p>
        </p:txBody>
      </p:sp>
      <p:sp>
        <p:nvSpPr>
          <p:cNvPr id="50" name="mi-h-1">
            <a:extLst>
              <a:ext uri="{FF2B5EF4-FFF2-40B4-BE49-F238E27FC236}">
                <a16:creationId xmlns:a16="http://schemas.microsoft.com/office/drawing/2014/main" id="{45CB0A05-0289-4982-8E6E-970AC3D05097}"/>
              </a:ext>
            </a:extLst>
          </p:cNvPr>
          <p:cNvSpPr>
            <a:spLocks noGrp="1"/>
          </p:cNvSpPr>
          <p:nvPr/>
        </p:nvSpPr>
        <p:spPr>
          <a:xfrm>
            <a:off x="4267200" y="2314575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Quadrática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="4267200" y="268605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mi-val-1">
            <a:extLst>
              <a:ext uri="{FF2B5EF4-FFF2-40B4-BE49-F238E27FC236}">
                <a16:creationId xmlns:a16="http://schemas.microsoft.com/office/drawing/2014/main" id="{80CF5DCE-A10E-4CE1-9950-8B7CA7CC1F82}"/>
              </a:ext>
            </a:extLst>
          </p:cNvPr>
          <p:cNvSpPr>
            <a:spLocks noGrp="1"/>
          </p:cNvSpPr>
          <p:nvPr/>
        </p:nvSpPr>
        <p:spPr>
          <a:xfrm>
            <a:off x="4267200" y="5172075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MI = 1,12 nats</a:t>
            </a:r>
          </a:p>
        </p:txBody>
      </p:sp>
      <p:sp>
        <p:nvSpPr>
          <p:cNvPr id="53" name="mi-r-1">
            <a:extLst>
              <a:ext uri="{FF2B5EF4-FFF2-40B4-BE49-F238E27FC236}">
                <a16:creationId xmlns:a16="http://schemas.microsoft.com/office/drawing/2014/main" id="{BE10E286-F9DB-41A1-A1D5-55012AF5C4EB}"/>
              </a:ext>
            </a:extLst>
          </p:cNvPr>
          <p:cNvSpPr>
            <a:spLocks noGrp="1"/>
          </p:cNvSpPr>
          <p:nvPr/>
        </p:nvSpPr>
        <p:spPr>
          <a:xfrm>
            <a:off x="4267200" y="56007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Pearson r = -0,02</a:t>
            </a:r>
          </a:p>
        </p:txBody>
      </p:sp>
      <p:sp>
        <p:nvSpPr>
          <p:cNvPr id="54" name="mi-h-2">
            <a:extLst>
              <a:ext uri="{FF2B5EF4-FFF2-40B4-BE49-F238E27FC236}">
                <a16:creationId xmlns:a16="http://schemas.microsoft.com/office/drawing/2014/main" id="{84E5F7C9-2709-432F-91BB-668916258E1D}"/>
              </a:ext>
            </a:extLst>
          </p:cNvPr>
          <p:cNvSpPr>
            <a:spLocks noGrp="1"/>
          </p:cNvSpPr>
          <p:nvPr/>
        </p:nvSpPr>
        <p:spPr>
          <a:xfrm>
            <a:off x="8077200" y="2314575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Independente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8077200" y="268605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mi-val-2">
            <a:extLst>
              <a:ext uri="{FF2B5EF4-FFF2-40B4-BE49-F238E27FC236}">
                <a16:creationId xmlns:a16="http://schemas.microsoft.com/office/drawing/2014/main" id="{EFAC3E1F-D2BB-4782-94BB-E4F245BFD49D}"/>
              </a:ext>
            </a:extLst>
          </p:cNvPr>
          <p:cNvSpPr>
            <a:spLocks noGrp="1"/>
          </p:cNvSpPr>
          <p:nvPr/>
        </p:nvSpPr>
        <p:spPr>
          <a:xfrm>
            <a:off x="8077200" y="5172075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MI = 0,00 nats</a:t>
            </a:r>
          </a:p>
        </p:txBody>
      </p:sp>
      <p:sp>
        <p:nvSpPr>
          <p:cNvPr id="57" name="mi-r-2">
            <a:extLst>
              <a:ext uri="{FF2B5EF4-FFF2-40B4-BE49-F238E27FC236}">
                <a16:creationId xmlns:a16="http://schemas.microsoft.com/office/drawing/2014/main" id="{5AB84E2B-784C-4B1A-BB17-F68A767AEF02}"/>
              </a:ext>
            </a:extLst>
          </p:cNvPr>
          <p:cNvSpPr>
            <a:spLocks noGrp="1"/>
          </p:cNvSpPr>
          <p:nvPr/>
        </p:nvSpPr>
        <p:spPr>
          <a:xfrm>
            <a:off x="8077200" y="56007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Pearson r = 0,16</a:t>
            </a:r>
          </a:p>
        </p:txBody>
      </p:sp>
      <p:sp>
        <p:nvSpPr>
          <p:cNvPr id="58" name="origem-dados">
            <a:extLst>
              <a:ext uri="{FF2B5EF4-FFF2-40B4-BE49-F238E27FC236}">
                <a16:creationId xmlns:a16="http://schemas.microsoft.com/office/drawing/2014/main" id="{19E808EB-00FC-49B9-9D98-8905A2F3B3A8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sintéticos. Estimativa de MI por kNN, k=5. Valores dependem da amostra e do estimador.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 na seleção de atributos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0" name="Chart"/>
          <p:cNvGraphicFramePr/>
          <p:nvPr/>
        </p:nvGraphicFramePr>
        <p:xfrm>
          <a:off x="457200" y="2419350"/>
          <a:ext cx="7496175" cy="316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mi-selection-def">
            <a:extLst>
              <a:ext uri="{FF2B5EF4-FFF2-40B4-BE49-F238E27FC236}">
                <a16:creationId xmlns:a16="http://schemas.microsoft.com/office/drawing/2014/main" id="{39FDE418-2183-45A4-88BB-FF286C5898FC}"/>
              </a:ext>
            </a:extLst>
          </p:cNvPr>
          <p:cNvSpPr>
            <a:spLocks noGrp="1"/>
          </p:cNvSpPr>
          <p:nvPr/>
        </p:nvSpPr>
        <p:spPr>
          <a:xfrm>
            <a:off x="8382000" y="2552700"/>
            <a:ext cx="33528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MI mede a dependência de cada entrada com o alvo. O ranking orienta quais atributos testar no modelo.</a:t>
            </a:r>
          </a:p>
        </p:txBody>
      </p:sp>
      <p:sp>
        <p:nvSpPr>
          <p:cNvPr id="48" name="mi-selection-caution">
            <a:extLst>
              <a:ext uri="{FF2B5EF4-FFF2-40B4-BE49-F238E27FC236}">
                <a16:creationId xmlns:a16="http://schemas.microsoft.com/office/drawing/2014/main" id="{6FF69142-1802-443E-9750-6FA78B4D7D31}"/>
              </a:ext>
            </a:extLst>
          </p:cNvPr>
          <p:cNvSpPr>
            <a:spLocks noGrp="1"/>
          </p:cNvSpPr>
          <p:nvPr/>
        </p:nvSpPr>
        <p:spPr>
          <a:xfrm>
            <a:off x="8382000" y="4133850"/>
            <a:ext cx="335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Cuidados</a:t>
            </a:r>
          </a:p>
        </p:txBody>
      </p:sp>
      <p:sp>
        <p:nvSpPr>
          <p:cNvPr id="49" name="mi-selection-limit">
            <a:extLst>
              <a:ext uri="{FF2B5EF4-FFF2-40B4-BE49-F238E27FC236}">
                <a16:creationId xmlns:a16="http://schemas.microsoft.com/office/drawing/2014/main" id="{E3F39546-8CB6-4910-BCE6-54104993FB7D}"/>
              </a:ext>
            </a:extLst>
          </p:cNvPr>
          <p:cNvSpPr>
            <a:spLocks noGrp="1"/>
          </p:cNvSpPr>
          <p:nvPr/>
        </p:nvSpPr>
        <p:spPr>
          <a:xfrm>
            <a:off x="8382000" y="4533900"/>
            <a:ext cx="33528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Uma MI alta não garante contribuição adicional quando outras entradas já trazem a mesma informação.</a:t>
            </a:r>
          </a:p>
        </p:txBody>
      </p:sp>
      <p:sp>
        <p:nvSpPr>
          <p:cNvPr id="50" name="mi-selection-validate">
            <a:extLst>
              <a:ext uri="{FF2B5EF4-FFF2-40B4-BE49-F238E27FC236}">
                <a16:creationId xmlns:a16="http://schemas.microsoft.com/office/drawing/2014/main" id="{CD436787-EF7C-4C28-8681-E4507CD3A5D2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seleção deve usar o treino. A validação confirma o ganho no preenchimento.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67454B62-C862-464E-9E68-9D210AEFAE9B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8B18EA4A-D6A7-58DE-810B-40E770DA89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318789-F4E6-589E-8267-A2C5C85AB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8D8952C-7ACF-519C-8E80-9E5E14C82FC7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da informação mútua</a:t>
            </a:r>
          </a:p>
        </p:txBody>
      </p:sp>
      <p:pic>
        <p:nvPicPr>
          <p:cNvPr id="59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299ADDA1-55DF-531F-BE62-A7F2922BD4B5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mútua: estimação e interpretação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E22C867-C81F-52EC-97EA-0331A4BCE7C1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2" name="Table 61"/>
          <p:cNvGraphicFramePr/>
          <p:nvPr/>
        </p:nvGraphicFramePr>
        <p:xfrm>
          <a:off x="457200" y="2552700"/>
          <a:ext cx="5772150" cy="1657350"/>
        </p:xfrm>
        <a:graphic>
          <a:graphicData uri="http://schemas.openxmlformats.org/drawingml/2006/table">
            <a:tbl>
              <a:tblPr first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Dados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Estimativa de MI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Discretos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Frequências conjuntas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Contínuos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Distâncias entre vizinhos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mi-estimator-neighbors">
            <a:extLst>
              <a:ext uri="{FF2B5EF4-FFF2-40B4-BE49-F238E27FC236}">
                <a16:creationId xmlns:a16="http://schemas.microsoft.com/office/drawing/2014/main" id="{F20AC201-B852-58A3-8712-C7A3AB56BF2B}"/>
              </a:ext>
            </a:extLst>
          </p:cNvPr>
          <p:cNvSpPr>
            <a:spLocks noGrp="1"/>
          </p:cNvSpPr>
          <p:nvPr/>
        </p:nvSpPr>
        <p:spPr>
          <a:xfrm>
            <a:off x="457200" y="4391025"/>
            <a:ext cx="57721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Na estimação contínua, mais vizinhos reduzem a variância, mas podem introduzir viés.</a:t>
            </a:r>
          </a:p>
        </p:txBody>
      </p:sp>
      <p:sp>
        <p:nvSpPr>
          <p:cNvPr id="51" name="mi-units">
            <a:extLst>
              <a:ext uri="{FF2B5EF4-FFF2-40B4-BE49-F238E27FC236}">
                <a16:creationId xmlns:a16="http://schemas.microsoft.com/office/drawing/2014/main" id="{06FD0C05-C5E5-5581-989C-E3EAEA122098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57721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log₂: bits. ln: nats.</a:t>
            </a:r>
          </a:p>
          <a:p>
            <a:pPr algn="l"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1 bit ≈ 0,693 nat.</a:t>
            </a:r>
          </a:p>
        </p:txBody>
      </p:sp>
      <p:sp>
        <p:nvSpPr>
          <p:cNvPr id="52" name="mi-properties">
            <a:extLst>
              <a:ext uri="{FF2B5EF4-FFF2-40B4-BE49-F238E27FC236}">
                <a16:creationId xmlns:a16="http://schemas.microsoft.com/office/drawing/2014/main" id="{128C988F-C293-5BA2-BD03-C4A6C0679105}"/>
              </a:ext>
            </a:extLst>
          </p:cNvPr>
          <p:cNvSpPr>
            <a:spLocks noGrp="1"/>
          </p:cNvSpPr>
          <p:nvPr/>
        </p:nvSpPr>
        <p:spPr>
          <a:xfrm>
            <a:off x="6696075" y="2533650"/>
            <a:ext cx="50387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I(X;Y) = I(Y;X) ≥ 0</a:t>
            </a:r>
          </a:p>
        </p:txBody>
      </p:sp>
      <p:sp>
        <p:nvSpPr>
          <p:cNvPr id="53" name="mi-symmetry">
            <a:extLst>
              <a:ext uri="{FF2B5EF4-FFF2-40B4-BE49-F238E27FC236}">
                <a16:creationId xmlns:a16="http://schemas.microsoft.com/office/drawing/2014/main" id="{1BC92A34-2337-5AE7-BAD8-93DB8DF5CA5B}"/>
              </a:ext>
            </a:extLst>
          </p:cNvPr>
          <p:cNvSpPr>
            <a:spLocks noGrp="1"/>
          </p:cNvSpPr>
          <p:nvPr/>
        </p:nvSpPr>
        <p:spPr>
          <a:xfrm>
            <a:off x="6696075" y="3286125"/>
            <a:ext cx="50387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MI não normalizada pode superar 1. Ela mede dependência sem atribuir sinal ou direção.</a:t>
            </a:r>
          </a:p>
        </p:txBody>
      </p:sp>
      <p:sp>
        <p:nvSpPr>
          <p:cNvPr id="54" name="mi-selection">
            <a:extLst>
              <a:ext uri="{FF2B5EF4-FFF2-40B4-BE49-F238E27FC236}">
                <a16:creationId xmlns:a16="http://schemas.microsoft.com/office/drawing/2014/main" id="{C6511A77-B21B-5DD3-B42A-24078AF4276F}"/>
              </a:ext>
            </a:extLst>
          </p:cNvPr>
          <p:cNvSpPr>
            <a:spLocks noGrp="1"/>
          </p:cNvSpPr>
          <p:nvPr/>
        </p:nvSpPr>
        <p:spPr>
          <a:xfrm>
            <a:off x="6696075" y="4676775"/>
            <a:ext cx="50387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Na seleção, I(Xⱼ;Q) compara cada entrada com a vazão. O ranking pode ocultar redundância e interações entre entradas.</a:t>
            </a:r>
          </a:p>
        </p:txBody>
      </p:sp>
      <p:sp>
        <p:nvSpPr>
          <p:cNvPr id="55" name="theory-origin">
            <a:extLst>
              <a:ext uri="{FF2B5EF4-FFF2-40B4-BE49-F238E27FC236}">
                <a16:creationId xmlns:a16="http://schemas.microsoft.com/office/drawing/2014/main" id="{BAD4EC0C-41D5-5EAB-82AE-8966143B7D25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Uma sazonalidade comum também pode gerar dependência. MI, isoladamente, não demonstra causalidade.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CA03EB41-2496-5938-8493-76137092FC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1CE9E1-A936-54A3-8DED-9295BC26D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BD4DF0A-28F3-5927-BD87-72AE0A10CE69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PCA</a:t>
            </a:r>
          </a:p>
        </p:txBody>
      </p:sp>
      <p:pic>
        <p:nvPicPr>
          <p:cNvPr id="59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9AC34B3E-C055-57D9-91B1-F63863BA82BA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variância e direções principais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F3BC0D0B-A56D-52B6-B7CC-D78B63545018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pca-linear-definition">
            <a:extLst>
              <a:ext uri="{FF2B5EF4-FFF2-40B4-BE49-F238E27FC236}">
                <a16:creationId xmlns:a16="http://schemas.microsoft.com/office/drawing/2014/main" id="{C6310D25-D4A3-5A7E-9876-7F05A3798B9B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53721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 é uma transformação linear não supervisionada. As componentes combinam as entradas e preservam direções de maior variância.</a:t>
            </a:r>
          </a:p>
        </p:txBody>
      </p:sp>
      <p:sp>
        <p:nvSpPr>
          <p:cNvPr id="50" name="pca-objective">
            <a:extLst>
              <a:ext uri="{FF2B5EF4-FFF2-40B4-BE49-F238E27FC236}">
                <a16:creationId xmlns:a16="http://schemas.microsoft.com/office/drawing/2014/main" id="{7C5EE290-D27D-5BAE-9839-1713C95C810C}"/>
              </a:ext>
            </a:extLst>
          </p:cNvPr>
          <p:cNvSpPr>
            <a:spLocks noGrp="1"/>
          </p:cNvSpPr>
          <p:nvPr/>
        </p:nvSpPr>
        <p:spPr>
          <a:xfrm>
            <a:off x="457200" y="3600450"/>
            <a:ext cx="54768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a₁ = argmax Var(Za)</a:t>
            </a:r>
          </a:p>
          <a:p>
            <a:pPr algn="l"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       com aᵀa = 1</a:t>
            </a:r>
          </a:p>
        </p:txBody>
      </p:sp>
      <p:sp>
        <p:nvSpPr>
          <p:cNvPr id="51" name="pca-orthogonality">
            <a:extLst>
              <a:ext uri="{FF2B5EF4-FFF2-40B4-BE49-F238E27FC236}">
                <a16:creationId xmlns:a16="http://schemas.microsoft.com/office/drawing/2014/main" id="{94DE8D84-9EF7-5646-A755-B94FBD465F93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As próximas direções também maximizam a variância, com ortogonalidade às anteriores.</a:t>
            </a:r>
          </a:p>
        </p:txBody>
      </p:sp>
      <p:sp>
        <p:nvSpPr>
          <p:cNvPr id="52" name="pca-angle-title">
            <a:extLst>
              <a:ext uri="{FF2B5EF4-FFF2-40B4-BE49-F238E27FC236}">
                <a16:creationId xmlns:a16="http://schemas.microsoft.com/office/drawing/2014/main" id="{29FA0451-F849-540B-AA73-F9F87EE8B052}"/>
              </a:ext>
            </a:extLst>
          </p:cNvPr>
          <p:cNvSpPr>
            <a:spLocks noGrp="1"/>
          </p:cNvSpPr>
          <p:nvPr/>
        </p:nvSpPr>
        <p:spPr>
          <a:xfrm>
            <a:off x="6457950" y="2352675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Variância conforme a direção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6457950" y="2809875"/>
          <a:ext cx="5276850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pca-angle-values">
            <a:extLst>
              <a:ext uri="{FF2B5EF4-FFF2-40B4-BE49-F238E27FC236}">
                <a16:creationId xmlns:a16="http://schemas.microsoft.com/office/drawing/2014/main" id="{F6CCFEC4-CD86-56B9-840C-5E377659C921}"/>
              </a:ext>
            </a:extLst>
          </p:cNvPr>
          <p:cNvSpPr>
            <a:spLocks noGrp="1"/>
          </p:cNvSpPr>
          <p:nvPr/>
        </p:nvSpPr>
        <p:spPr>
          <a:xfrm>
            <a:off x="6457950" y="5762625"/>
            <a:ext cx="5276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PC1: 45°, λ₁=1,8. PC2: 135°, λ₂=0,2.</a:t>
            </a:r>
          </a:p>
        </p:txBody>
      </p:sp>
      <p:sp>
        <p:nvSpPr>
          <p:cNvPr id="55" name="theory-origin">
            <a:extLst>
              <a:ext uri="{FF2B5EF4-FFF2-40B4-BE49-F238E27FC236}">
                <a16:creationId xmlns:a16="http://schemas.microsoft.com/office/drawing/2014/main" id="{9ED7520B-69FF-5D8A-A901-2AE84FBA818A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teórico com duas entradas padronizadas, variância 1 e correlação 0,8.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2EB6EE78-DF71-5F9E-9960-437B75569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602E8A-3D86-5E2E-9843-F45E45FF5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161DBE0-83E6-563C-98FC-CA7E21B87F0C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PCA</a:t>
            </a:r>
          </a:p>
        </p:txBody>
      </p:sp>
      <p:pic>
        <p:nvPicPr>
          <p:cNvPr id="61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BBF24EB0-63A4-5574-8842-9D82A1112B64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autovalores, autovetores e scores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B0D7A23E-1C9B-533B-848D-6BB221A18D75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pca-covariance-title">
            <a:extLst>
              <a:ext uri="{FF2B5EF4-FFF2-40B4-BE49-F238E27FC236}">
                <a16:creationId xmlns:a16="http://schemas.microsoft.com/office/drawing/2014/main" id="{A3B17AD8-3CDB-5910-AF2A-0B14F24FFD9E}"/>
              </a:ext>
            </a:extLst>
          </p:cNvPr>
          <p:cNvSpPr>
            <a:spLocks noGrp="1"/>
          </p:cNvSpPr>
          <p:nvPr/>
        </p:nvSpPr>
        <p:spPr>
          <a:xfrm>
            <a:off x="457200" y="2352675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Matriz de covariância</a:t>
            </a:r>
          </a:p>
        </p:txBody>
      </p:sp>
      <p:sp>
        <p:nvSpPr>
          <p:cNvPr id="50" name="pca-covariance-formula">
            <a:extLst>
              <a:ext uri="{FF2B5EF4-FFF2-40B4-BE49-F238E27FC236}">
                <a16:creationId xmlns:a16="http://schemas.microsoft.com/office/drawing/2014/main" id="{3EB7869E-D939-5C34-8FD8-05225BE06FD6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4333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 = ZᵀZ / (n − 1)</a:t>
            </a:r>
          </a:p>
        </p:txBody>
      </p:sp>
      <p:graphicFrame>
        <p:nvGraphicFramePr>
          <p:cNvPr id="66" name="Table 65"/>
          <p:cNvGraphicFramePr/>
          <p:nvPr/>
        </p:nvGraphicFramePr>
        <p:xfrm>
          <a:off x="457200" y="3467100"/>
          <a:ext cx="4171950" cy="1543050"/>
        </p:xfrm>
        <a:graphic>
          <a:graphicData uri="http://schemas.openxmlformats.org/drawingml/2006/table">
            <a:tbl>
              <a:tblPr firstRow="1"/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z₁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z₂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z₁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z₂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pca-scale-definition">
            <a:extLst>
              <a:ext uri="{FF2B5EF4-FFF2-40B4-BE49-F238E27FC236}">
                <a16:creationId xmlns:a16="http://schemas.microsoft.com/office/drawing/2014/main" id="{BD02F803-4A8C-5EF6-BE85-F9206E3F5373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48482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Z: n observações e p atributos.</a:t>
            </a:r>
          </a:p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zⱼ = (xⱼ − μⱼ)/sⱼ</a:t>
            </a:r>
          </a:p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μⱼ: média. sⱼ: desvio padrão.</a:t>
            </a:r>
          </a:p>
        </p:txBody>
      </p:sp>
      <p:sp>
        <p:nvSpPr>
          <p:cNvPr id="53" name="pca-eigen-equation">
            <a:extLst>
              <a:ext uri="{FF2B5EF4-FFF2-40B4-BE49-F238E27FC236}">
                <a16:creationId xmlns:a16="http://schemas.microsoft.com/office/drawing/2014/main" id="{56359E48-2CE6-561E-B2A2-A7FCA01A5002}"/>
              </a:ext>
            </a:extLst>
          </p:cNvPr>
          <p:cNvSpPr>
            <a:spLocks noGrp="1"/>
          </p:cNvSpPr>
          <p:nvPr/>
        </p:nvSpPr>
        <p:spPr>
          <a:xfrm>
            <a:off x="5972175" y="2352675"/>
            <a:ext cx="5762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Caₖ = λₖaₖ</a:t>
            </a:r>
          </a:p>
        </p:txBody>
      </p:sp>
      <p:sp>
        <p:nvSpPr>
          <p:cNvPr id="54" name="pca-eigen-definition">
            <a:extLst>
              <a:ext uri="{FF2B5EF4-FFF2-40B4-BE49-F238E27FC236}">
                <a16:creationId xmlns:a16="http://schemas.microsoft.com/office/drawing/2014/main" id="{47F67613-5DC1-56E6-8C09-41D26BF96DA9}"/>
              </a:ext>
            </a:extLst>
          </p:cNvPr>
          <p:cNvSpPr>
            <a:spLocks noGrp="1"/>
          </p:cNvSpPr>
          <p:nvPr/>
        </p:nvSpPr>
        <p:spPr>
          <a:xfrm>
            <a:off x="5972175" y="2990850"/>
            <a:ext cx="5762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aₖ: direção da componente.</a:t>
            </a:r>
          </a:p>
          <a:p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λₖ: variância nessa direção.</a:t>
            </a:r>
          </a:p>
        </p:txBody>
      </p:sp>
      <p:sp>
        <p:nvSpPr>
          <p:cNvPr id="55" name="pca-first-score">
            <a:extLst>
              <a:ext uri="{FF2B5EF4-FFF2-40B4-BE49-F238E27FC236}">
                <a16:creationId xmlns:a16="http://schemas.microsoft.com/office/drawing/2014/main" id="{3A4EF96B-8E5F-5C16-AC91-2C0DBF6D894E}"/>
              </a:ext>
            </a:extLst>
          </p:cNvPr>
          <p:cNvSpPr>
            <a:spLocks noGrp="1"/>
          </p:cNvSpPr>
          <p:nvPr/>
        </p:nvSpPr>
        <p:spPr>
          <a:xfrm>
            <a:off x="5972175" y="3952875"/>
            <a:ext cx="57626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λ₁ = 1,8</a:t>
            </a:r>
          </a:p>
          <a:p>
            <a:pPr algn="l">
              <a:def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tᵢ₁ = 0,707zᵢ₁ + 0,707zᵢ₂</a:t>
            </a:r>
          </a:p>
        </p:txBody>
      </p:sp>
      <p:sp>
        <p:nvSpPr>
          <p:cNvPr id="56" name="pca-second-score">
            <a:extLst>
              <a:ext uri="{FF2B5EF4-FFF2-40B4-BE49-F238E27FC236}">
                <a16:creationId xmlns:a16="http://schemas.microsoft.com/office/drawing/2014/main" id="{A4D8900C-AF23-571B-8D6C-B7F6998464B6}"/>
              </a:ext>
            </a:extLst>
          </p:cNvPr>
          <p:cNvSpPr>
            <a:spLocks noGrp="1"/>
          </p:cNvSpPr>
          <p:nvPr/>
        </p:nvSpPr>
        <p:spPr>
          <a:xfrm>
            <a:off x="5972175" y="5038725"/>
            <a:ext cx="57626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λ₂ = 0,2</a:t>
            </a:r>
          </a:p>
          <a:p>
            <a:pPr algn="l">
              <a:def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tᵢ₂ = 0,707zᵢ₁ − 0,707zᵢ₂</a:t>
            </a:r>
          </a:p>
        </p:txBody>
      </p:sp>
      <p:sp>
        <p:nvSpPr>
          <p:cNvPr id="57" name="theory-origin">
            <a:extLst>
              <a:ext uri="{FF2B5EF4-FFF2-40B4-BE49-F238E27FC236}">
                <a16:creationId xmlns:a16="http://schemas.microsoft.com/office/drawing/2014/main" id="{A1E4ED3C-D7B7-59C0-87CE-1B13C17E3CFD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teórico. Um score tᵢₖ localiza a observação i na componente k.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58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Análise de Componentes Principais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pca-original">
            <a:extLst>
              <a:ext uri="{FF2B5EF4-FFF2-40B4-BE49-F238E27FC236}">
                <a16:creationId xmlns:a16="http://schemas.microsoft.com/office/drawing/2014/main" id="{5FADF8CC-E378-4E54-9DFD-B8CC51EDD877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5391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Atributos correlacionados</a:t>
            </a:r>
          </a:p>
        </p:txBody>
      </p:sp>
      <p:sp>
        <p:nvSpPr>
          <p:cNvPr id="47" name="pca-transformed">
            <a:extLst>
              <a:ext uri="{FF2B5EF4-FFF2-40B4-BE49-F238E27FC236}">
                <a16:creationId xmlns:a16="http://schemas.microsoft.com/office/drawing/2014/main" id="{D9E9D99D-140B-42F3-8936-4E930AE9E9B1}"/>
              </a:ext>
            </a:extLst>
          </p:cNvPr>
          <p:cNvSpPr>
            <a:spLocks noGrp="1"/>
          </p:cNvSpPr>
          <p:nvPr/>
        </p:nvSpPr>
        <p:spPr>
          <a:xfrm>
            <a:off x="6457950" y="2324100"/>
            <a:ext cx="527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Componentes principais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="1333500" y="2657475"/>
          <a:ext cx="3105150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4" name="Chart"/>
          <p:cNvGraphicFramePr/>
          <p:nvPr/>
        </p:nvGraphicFramePr>
        <p:xfrm>
          <a:off x="7391400" y="2657475"/>
          <a:ext cx="3105150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" name="pca-prop">
            <a:extLst>
              <a:ext uri="{FF2B5EF4-FFF2-40B4-BE49-F238E27FC236}">
                <a16:creationId xmlns:a16="http://schemas.microsoft.com/office/drawing/2014/main" id="{C57D242E-F71B-4126-845D-C855E0AA29E8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PC1 concentra 98,6% da variância neste exemplo. PC2 é ortogonal à PC1.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9AF620D0-0430-48F3-BD68-A73FB8E762BD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padronizados. Exemplo didático com dados sintéticos.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84C11F13-36BC-5992-8A4F-B15AB89FF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87CA91-ECEF-5776-A335-63715D660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E56DC14-B9B4-5DB0-BBCE-9ADE233B88F3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Teoria do PCA</a:t>
            </a:r>
          </a:p>
        </p:txBody>
      </p:sp>
      <p:pic>
        <p:nvPicPr>
          <p:cNvPr id="58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A367FF0-D395-5F43-A482-9E4F2E60A583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redução e reconstrução aproximada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D6EA0AA8-38C8-528C-BB4F-A2A531B57E69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1" name="Chart"/>
          <p:cNvGraphicFramePr/>
          <p:nvPr/>
        </p:nvGraphicFramePr>
        <p:xfrm>
          <a:off x="1266825" y="2533650"/>
          <a:ext cx="338137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0" name="pca-transform-reconstruct">
            <a:extLst>
              <a:ext uri="{FF2B5EF4-FFF2-40B4-BE49-F238E27FC236}">
                <a16:creationId xmlns:a16="http://schemas.microsoft.com/office/drawing/2014/main" id="{F5B691B9-1BAF-5C8C-BB41-585BF75DE357}"/>
              </a:ext>
            </a:extLst>
          </p:cNvPr>
          <p:cNvSpPr>
            <a:spLocks noGrp="1"/>
          </p:cNvSpPr>
          <p:nvPr/>
        </p:nvSpPr>
        <p:spPr>
          <a:xfrm>
            <a:off x="6772275" y="2466975"/>
            <a:ext cx="496252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Tq = ZAq</a:t>
            </a:r>
          </a:p>
          <a:p>
            <a:pPr algn="l">
              <a:def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Ẑ = TqAqᵀ</a:t>
            </a:r>
          </a:p>
        </p:txBody>
      </p:sp>
      <p:sp>
        <p:nvSpPr>
          <p:cNvPr id="51" name="pca-reconstruction-definition">
            <a:extLst>
              <a:ext uri="{FF2B5EF4-FFF2-40B4-BE49-F238E27FC236}">
                <a16:creationId xmlns:a16="http://schemas.microsoft.com/office/drawing/2014/main" id="{91E7824D-296E-515D-B35F-5A08A2CCD59E}"/>
              </a:ext>
            </a:extLst>
          </p:cNvPr>
          <p:cNvSpPr>
            <a:spLocks noGrp="1"/>
          </p:cNvSpPr>
          <p:nvPr/>
        </p:nvSpPr>
        <p:spPr>
          <a:xfrm>
            <a:off x="6772275" y="3676650"/>
            <a:ext cx="49625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Aq reúne q autovetores.</a:t>
            </a:r>
          </a:p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Tq guarda os novos scores.</a:t>
            </a:r>
          </a:p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reconstrução Ẑ descarta as</a:t>
            </a:r>
          </a:p>
          <a:p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direções não retidas.</a:t>
            </a:r>
          </a:p>
        </p:txBody>
      </p:sp>
      <p:sp>
        <p:nvSpPr>
          <p:cNvPr id="52" name="pca-retained-variance">
            <a:extLst>
              <a:ext uri="{FF2B5EF4-FFF2-40B4-BE49-F238E27FC236}">
                <a16:creationId xmlns:a16="http://schemas.microsoft.com/office/drawing/2014/main" id="{F8A0FACF-CA63-586C-83F7-3AD6B51D812B}"/>
              </a:ext>
            </a:extLst>
          </p:cNvPr>
          <p:cNvSpPr>
            <a:spLocks noGrp="1"/>
          </p:cNvSpPr>
          <p:nvPr/>
        </p:nvSpPr>
        <p:spPr>
          <a:xfrm>
            <a:off x="6772275" y="5019675"/>
            <a:ext cx="49625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Variância retida</a:t>
            </a:r>
          </a:p>
        </p:txBody>
      </p:sp>
      <p:sp>
        <p:nvSpPr>
          <p:cNvPr id="53" name="pca-retained-result">
            <a:extLst>
              <a:ext uri="{FF2B5EF4-FFF2-40B4-BE49-F238E27FC236}">
                <a16:creationId xmlns:a16="http://schemas.microsoft.com/office/drawing/2014/main" id="{9546494C-7ED4-5540-B448-61E5BFB1BEBD}"/>
              </a:ext>
            </a:extLst>
          </p:cNvPr>
          <p:cNvSpPr>
            <a:spLocks noGrp="1"/>
          </p:cNvSpPr>
          <p:nvPr/>
        </p:nvSpPr>
        <p:spPr>
          <a:xfrm>
            <a:off x="6772275" y="5410200"/>
            <a:ext cx="49625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1,8 / (1,8 + 0,2) = 90%</a:t>
            </a:r>
          </a:p>
        </p:txBody>
      </p:sp>
      <p:sp>
        <p:nvSpPr>
          <p:cNvPr id="54" name="theory-origin">
            <a:extLst>
              <a:ext uri="{FF2B5EF4-FFF2-40B4-BE49-F238E27FC236}">
                <a16:creationId xmlns:a16="http://schemas.microsoft.com/office/drawing/2014/main" id="{A68715CB-A28A-5EBC-8881-D2C0186AD7C9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sintéticos com a mesma C do exemplo anterior. Alta variância retida não garante previsão melhor.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escolha do número de componentes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0" name="Chart"/>
          <p:cNvGraphicFramePr/>
          <p:nvPr/>
        </p:nvGraphicFramePr>
        <p:xfrm>
          <a:off x="457200" y="2428875"/>
          <a:ext cx="71628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pca-two">
            <a:extLst>
              <a:ext uri="{FF2B5EF4-FFF2-40B4-BE49-F238E27FC236}">
                <a16:creationId xmlns:a16="http://schemas.microsoft.com/office/drawing/2014/main" id="{A4CAF9A3-D3B4-4478-8C64-51DDC7F02015}"/>
              </a:ext>
            </a:extLst>
          </p:cNvPr>
          <p:cNvSpPr>
            <a:spLocks noGrp="1"/>
          </p:cNvSpPr>
          <p:nvPr/>
        </p:nvSpPr>
        <p:spPr>
          <a:xfrm>
            <a:off x="8105775" y="2524125"/>
            <a:ext cx="3629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2 componentes</a:t>
            </a:r>
          </a:p>
        </p:txBody>
      </p:sp>
      <p:sp>
        <p:nvSpPr>
          <p:cNvPr id="48" name="pca-sum">
            <a:extLst>
              <a:ext uri="{FF2B5EF4-FFF2-40B4-BE49-F238E27FC236}">
                <a16:creationId xmlns:a16="http://schemas.microsoft.com/office/drawing/2014/main" id="{001432AB-4CA7-4B8E-9C99-B2DB98471607}"/>
              </a:ext>
            </a:extLst>
          </p:cNvPr>
          <p:cNvSpPr>
            <a:spLocks noGrp="1"/>
          </p:cNvSpPr>
          <p:nvPr/>
        </p:nvSpPr>
        <p:spPr>
          <a:xfrm>
            <a:off x="8105775" y="3019425"/>
            <a:ext cx="36290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96,6% da variância</a:t>
            </a:r>
          </a:p>
        </p:txBody>
      </p:sp>
      <p:sp>
        <p:nvSpPr>
          <p:cNvPr id="49" name="pca-reduce">
            <a:extLst>
              <a:ext uri="{FF2B5EF4-FFF2-40B4-BE49-F238E27FC236}">
                <a16:creationId xmlns:a16="http://schemas.microsoft.com/office/drawing/2014/main" id="{4B031E2E-338D-454E-B6B0-01CB607FEE9A}"/>
              </a:ext>
            </a:extLst>
          </p:cNvPr>
          <p:cNvSpPr>
            <a:spLocks noGrp="1"/>
          </p:cNvSpPr>
          <p:nvPr/>
        </p:nvSpPr>
        <p:spPr>
          <a:xfrm>
            <a:off x="8105775" y="3781425"/>
            <a:ext cx="36290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Cinco entradas viram duas combinações lineares. O critério deve considerar o erro do modelo e a interpretação física.</a:t>
            </a:r>
          </a:p>
        </p:txBody>
      </p:sp>
      <p:sp>
        <p:nvSpPr>
          <p:cNvPr id="50" name="pca-units">
            <a:extLst>
              <a:ext uri="{FF2B5EF4-FFF2-40B4-BE49-F238E27FC236}">
                <a16:creationId xmlns:a16="http://schemas.microsoft.com/office/drawing/2014/main" id="{5EFE80A7-7040-494A-9AB3-EA673E8987D3}"/>
              </a:ext>
            </a:extLst>
          </p:cNvPr>
          <p:cNvSpPr>
            <a:spLocks noGrp="1"/>
          </p:cNvSpPr>
          <p:nvPr/>
        </p:nvSpPr>
        <p:spPr>
          <a:xfrm>
            <a:off x="457200" y="5743575"/>
            <a:ext cx="11277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Padronize atributos com unidades distintas antes do PCA. O PCA apenas centraliza por padrão.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8AB1FBAD-97FA-478D-B70C-12574552DFDD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multivariada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interpretação das combinações lineares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Table 58"/>
          <p:cNvGraphicFramePr/>
          <p:nvPr/>
        </p:nvGraphicFramePr>
        <p:xfrm>
          <a:off x="457200" y="2428875"/>
          <a:ext cx="5943600" cy="3143250"/>
        </p:xfrm>
        <a:graphic>
          <a:graphicData uri="http://schemas.openxmlformats.org/drawingml/2006/table">
            <a:tbl>
              <a:tblPr firstRow="1"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Atributo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PC1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PC2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P₁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0,57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-0,17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P₂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0,57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-0,18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Temperatura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-0,10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-0,68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Umidade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0,68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Radiação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0,57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0,11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pca-score-equation">
            <a:extLst>
              <a:ext uri="{FF2B5EF4-FFF2-40B4-BE49-F238E27FC236}">
                <a16:creationId xmlns:a16="http://schemas.microsoft.com/office/drawing/2014/main" id="{1F919478-85B0-42B3-BBBF-FB55FE94B9F0}"/>
              </a:ext>
            </a:extLst>
          </p:cNvPr>
          <p:cNvSpPr>
            <a:spLocks noGrp="1"/>
          </p:cNvSpPr>
          <p:nvPr/>
        </p:nvSpPr>
        <p:spPr>
          <a:xfrm>
            <a:off x="6953250" y="2543175"/>
            <a:ext cx="47815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PCₖ = ∑ aₖⱼ zⱼ</a:t>
            </a:r>
          </a:p>
        </p:txBody>
      </p:sp>
      <p:sp>
        <p:nvSpPr>
          <p:cNvPr id="48" name="pca-loadings">
            <a:extLst>
              <a:ext uri="{FF2B5EF4-FFF2-40B4-BE49-F238E27FC236}">
                <a16:creationId xmlns:a16="http://schemas.microsoft.com/office/drawing/2014/main" id="{B396CAB1-4ABC-4457-9140-11C58E3202C5}"/>
              </a:ext>
            </a:extLst>
          </p:cNvPr>
          <p:cNvSpPr>
            <a:spLocks noGrp="1"/>
          </p:cNvSpPr>
          <p:nvPr/>
        </p:nvSpPr>
        <p:spPr>
          <a:xfrm>
            <a:off x="6953250" y="3314700"/>
            <a:ext cx="47815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zⱼ é o atributo padronizado.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aₖⱼ é o coeficiente da tabela.</a:t>
            </a:r>
          </a:p>
          <a:p>
            <a:endParaRPr sz="1500" b="0" i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componente mistura informações de várias variáveis.</a:t>
            </a:r>
          </a:p>
        </p:txBody>
      </p:sp>
      <p:sp>
        <p:nvSpPr>
          <p:cNvPr id="49" name="pca-goal">
            <a:extLst>
              <a:ext uri="{FF2B5EF4-FFF2-40B4-BE49-F238E27FC236}">
                <a16:creationId xmlns:a16="http://schemas.microsoft.com/office/drawing/2014/main" id="{3251EA5B-05A4-4678-8953-A1D90AF74918}"/>
              </a:ext>
            </a:extLst>
          </p:cNvPr>
          <p:cNvSpPr>
            <a:spLocks noGrp="1"/>
          </p:cNvSpPr>
          <p:nvPr/>
        </p:nvSpPr>
        <p:spPr>
          <a:xfrm>
            <a:off x="6953250" y="4981575"/>
            <a:ext cx="4781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 reduz dimensões pela variância das entradas. MI seleciona atributos pela dependência com o alvo.</a:t>
            </a:r>
          </a:p>
        </p:txBody>
      </p:sp>
      <p:sp>
        <p:nvSpPr>
          <p:cNvPr id="50" name="origem-dados">
            <a:extLst>
              <a:ext uri="{FF2B5EF4-FFF2-40B4-BE49-F238E27FC236}">
                <a16:creationId xmlns:a16="http://schemas.microsoft.com/office/drawing/2014/main" id="{BF1456C4-87E7-4577-B512-DF73C99FF80B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sintético. O sinal de cada componente pode ser invertido sem alterar a solução.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9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 com falhas artificiais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2" name="Chart"/>
          <p:cNvGraphicFramePr/>
          <p:nvPr/>
        </p:nvGraphicFramePr>
        <p:xfrm>
          <a:off x="457200" y="2476500"/>
          <a:ext cx="7648575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validation-step1">
            <a:extLst>
              <a:ext uri="{FF2B5EF4-FFF2-40B4-BE49-F238E27FC236}">
                <a16:creationId xmlns:a16="http://schemas.microsoft.com/office/drawing/2014/main" id="{82926F71-CA69-4C97-B097-8AA325A056BD}"/>
              </a:ext>
            </a:extLst>
          </p:cNvPr>
          <p:cNvSpPr>
            <a:spLocks noGrp="1"/>
          </p:cNvSpPr>
          <p:nvPr/>
        </p:nvSpPr>
        <p:spPr>
          <a:xfrm>
            <a:off x="8458200" y="2390775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1. Ocultação</a:t>
            </a:r>
          </a:p>
        </p:txBody>
      </p:sp>
      <p:sp>
        <p:nvSpPr>
          <p:cNvPr id="48" name="validation-def1">
            <a:extLst>
              <a:ext uri="{FF2B5EF4-FFF2-40B4-BE49-F238E27FC236}">
                <a16:creationId xmlns:a16="http://schemas.microsoft.com/office/drawing/2014/main" id="{9E619A14-3FE8-4D26-BCCD-9C286622671C}"/>
              </a:ext>
            </a:extLst>
          </p:cNvPr>
          <p:cNvSpPr>
            <a:spLocks noGrp="1"/>
          </p:cNvSpPr>
          <p:nvPr/>
        </p:nvSpPr>
        <p:spPr>
          <a:xfrm>
            <a:off x="8458200" y="2771775"/>
            <a:ext cx="32766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Remover valores conhecidos do intervalo de teste.</a:t>
            </a:r>
          </a:p>
        </p:txBody>
      </p:sp>
      <p:sp>
        <p:nvSpPr>
          <p:cNvPr id="49" name="validation-step2">
            <a:extLst>
              <a:ext uri="{FF2B5EF4-FFF2-40B4-BE49-F238E27FC236}">
                <a16:creationId xmlns:a16="http://schemas.microsoft.com/office/drawing/2014/main" id="{AB6DD690-76CC-404A-B371-459FAB482EC1}"/>
              </a:ext>
            </a:extLst>
          </p:cNvPr>
          <p:cNvSpPr>
            <a:spLocks noGrp="1"/>
          </p:cNvSpPr>
          <p:nvPr/>
        </p:nvSpPr>
        <p:spPr>
          <a:xfrm>
            <a:off x="8458200" y="3705225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2. Preenchimento</a:t>
            </a:r>
          </a:p>
        </p:txBody>
      </p:sp>
      <p:sp>
        <p:nvSpPr>
          <p:cNvPr id="50" name="validation-def2">
            <a:extLst>
              <a:ext uri="{FF2B5EF4-FFF2-40B4-BE49-F238E27FC236}">
                <a16:creationId xmlns:a16="http://schemas.microsoft.com/office/drawing/2014/main" id="{CE22ED1D-872D-479A-B5DA-497C1BF5A285}"/>
              </a:ext>
            </a:extLst>
          </p:cNvPr>
          <p:cNvSpPr>
            <a:spLocks noGrp="1"/>
          </p:cNvSpPr>
          <p:nvPr/>
        </p:nvSpPr>
        <p:spPr>
          <a:xfrm>
            <a:off x="8458200" y="4086225"/>
            <a:ext cx="32766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Ajustar o método sem acesso aos valores ocultados.</a:t>
            </a:r>
          </a:p>
        </p:txBody>
      </p:sp>
      <p:sp>
        <p:nvSpPr>
          <p:cNvPr id="51" name="validation-step3">
            <a:extLst>
              <a:ext uri="{FF2B5EF4-FFF2-40B4-BE49-F238E27FC236}">
                <a16:creationId xmlns:a16="http://schemas.microsoft.com/office/drawing/2014/main" id="{0D0DB4CF-E3C2-4B4F-B696-60951992C7BA}"/>
              </a:ext>
            </a:extLst>
          </p:cNvPr>
          <p:cNvSpPr>
            <a:spLocks noGrp="1"/>
          </p:cNvSpPr>
          <p:nvPr/>
        </p:nvSpPr>
        <p:spPr>
          <a:xfrm>
            <a:off x="8458200" y="5038725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3. Comparação</a:t>
            </a:r>
          </a:p>
        </p:txBody>
      </p:sp>
      <p:sp>
        <p:nvSpPr>
          <p:cNvPr id="52" name="validation-def3">
            <a:extLst>
              <a:ext uri="{FF2B5EF4-FFF2-40B4-BE49-F238E27FC236}">
                <a16:creationId xmlns:a16="http://schemas.microsoft.com/office/drawing/2014/main" id="{7AB260BF-0007-404B-9812-D95D1241FAD0}"/>
              </a:ext>
            </a:extLst>
          </p:cNvPr>
          <p:cNvSpPr>
            <a:spLocks noGrp="1"/>
          </p:cNvSpPr>
          <p:nvPr/>
        </p:nvSpPr>
        <p:spPr>
          <a:xfrm>
            <a:off x="8458200" y="5419725"/>
            <a:ext cx="32766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Calcular métricas somente nos valores ocultados.</a:t>
            </a:r>
          </a:p>
        </p:txBody>
      </p:sp>
      <p:sp>
        <p:nvSpPr>
          <p:cNvPr id="53" name="origem-dados">
            <a:extLst>
              <a:ext uri="{FF2B5EF4-FFF2-40B4-BE49-F238E27FC236}">
                <a16:creationId xmlns:a16="http://schemas.microsoft.com/office/drawing/2014/main" id="{53BFC80C-B9D6-4E9C-9799-DC10DD4E0AA2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didático. Repetir o teste em falhas curtas e longas, nos períodos seco e úmido.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Erro pontual: distância entre observado e preenchido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9" name="Chart"/>
          <p:cNvGraphicFramePr/>
          <p:nvPr/>
        </p:nvGraphicFramePr>
        <p:xfrm>
          <a:off x="457200" y="2419350"/>
          <a:ext cx="7467600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residual-formula">
            <a:extLst>
              <a:ext uri="{FF2B5EF4-FFF2-40B4-BE49-F238E27FC236}">
                <a16:creationId xmlns:a16="http://schemas.microsoft.com/office/drawing/2014/main" id="{4A6D65D6-4ECD-4901-B059-CD3F5943F938}"/>
              </a:ext>
            </a:extLst>
          </p:cNvPr>
          <p:cNvSpPr>
            <a:spLocks noGrp="1"/>
          </p:cNvSpPr>
          <p:nvPr/>
        </p:nvSpPr>
        <p:spPr>
          <a:xfrm>
            <a:off x="8372475" y="2647950"/>
            <a:ext cx="33623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eᵢ = q̂ᵢ − qᵢ</a:t>
            </a:r>
          </a:p>
        </p:txBody>
      </p:sp>
      <p:sp>
        <p:nvSpPr>
          <p:cNvPr id="48" name="residual-ex">
            <a:extLst>
              <a:ext uri="{FF2B5EF4-FFF2-40B4-BE49-F238E27FC236}">
                <a16:creationId xmlns:a16="http://schemas.microsoft.com/office/drawing/2014/main" id="{03CB74F5-4DC0-409D-823B-6C88A75F02B2}"/>
              </a:ext>
            </a:extLst>
          </p:cNvPr>
          <p:cNvSpPr>
            <a:spLocks noGrp="1"/>
          </p:cNvSpPr>
          <p:nvPr/>
        </p:nvSpPr>
        <p:spPr>
          <a:xfrm>
            <a:off x="8372475" y="3600450"/>
            <a:ext cx="3362325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No dia 7:</a:t>
            </a:r>
          </a:p>
          <a:p>
            <a:endParaRPr sz="1500" b="0" i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 = 55 m³/s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 = 59 m³/s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= +4 m³/s</a:t>
            </a:r>
          </a:p>
        </p:txBody>
      </p:sp>
      <p:sp>
        <p:nvSpPr>
          <p:cNvPr id="49" name="residual-interpret">
            <a:extLst>
              <a:ext uri="{FF2B5EF4-FFF2-40B4-BE49-F238E27FC236}">
                <a16:creationId xmlns:a16="http://schemas.microsoft.com/office/drawing/2014/main" id="{15EA7040-D837-4D46-873C-9EB9F0CF4D72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sinal indica a direção do erro. A magnitude indica a distância entre os valores.</a:t>
            </a:r>
          </a:p>
        </p:txBody>
      </p:sp>
      <p:sp>
        <p:nvSpPr>
          <p:cNvPr id="50" name="origem-dados">
            <a:extLst>
              <a:ext uri="{FF2B5EF4-FFF2-40B4-BE49-F238E27FC236}">
                <a16:creationId xmlns:a16="http://schemas.microsoft.com/office/drawing/2014/main" id="{5EDAFACF-EE03-4743-80A4-BB7FADD79F4C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MAE: tamanho médio do erro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mae-eq">
            <a:extLst>
              <a:ext uri="{FF2B5EF4-FFF2-40B4-BE49-F238E27FC236}">
                <a16:creationId xmlns:a16="http://schemas.microsoft.com/office/drawing/2014/main" id="{0917EF58-932B-47DC-B7C6-E453FA37165E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MAE = (1/n) ∑ |eᵢ|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="457200" y="3019425"/>
          <a:ext cx="6962775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mae-same">
            <a:extLst>
              <a:ext uri="{FF2B5EF4-FFF2-40B4-BE49-F238E27FC236}">
                <a16:creationId xmlns:a16="http://schemas.microsoft.com/office/drawing/2014/main" id="{E341DA63-0FDC-4617-912C-AACC0B1990B6}"/>
              </a:ext>
            </a:extLst>
          </p:cNvPr>
          <p:cNvSpPr>
            <a:spLocks noGrp="1"/>
          </p:cNvSpPr>
          <p:nvPr/>
        </p:nvSpPr>
        <p:spPr>
          <a:xfrm>
            <a:off x="7934325" y="3019425"/>
            <a:ext cx="38004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MAE = 2 m³/s</a:t>
            </a:r>
          </a:p>
        </p:txBody>
      </p:sp>
      <p:sp>
        <p:nvSpPr>
          <p:cNvPr id="49" name="mae-same-desc">
            <a:extLst>
              <a:ext uri="{FF2B5EF4-FFF2-40B4-BE49-F238E27FC236}">
                <a16:creationId xmlns:a16="http://schemas.microsoft.com/office/drawing/2014/main" id="{CD203875-9BBF-4379-8F39-FA47649B4584}"/>
              </a:ext>
            </a:extLst>
          </p:cNvPr>
          <p:cNvSpPr>
            <a:spLocks noGrp="1"/>
          </p:cNvSpPr>
          <p:nvPr/>
        </p:nvSpPr>
        <p:spPr>
          <a:xfrm>
            <a:off x="7934325" y="3714750"/>
            <a:ext cx="3800475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MAE é igual nos dois casos.</a:t>
            </a:r>
          </a:p>
          <a:p>
            <a:endParaRPr sz="1500" b="0" i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 erro de 10 m³/s contribui tanto quanto cinco erros de 2 m³/s.</a:t>
            </a:r>
          </a:p>
        </p:txBody>
      </p:sp>
      <p:sp>
        <p:nvSpPr>
          <p:cNvPr id="50" name="mae-range">
            <a:extLst>
              <a:ext uri="{FF2B5EF4-FFF2-40B4-BE49-F238E27FC236}">
                <a16:creationId xmlns:a16="http://schemas.microsoft.com/office/drawing/2014/main" id="{F3A16056-3196-47D5-9B0B-14BEDDE82B7C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Quanto menor, melhor. MAE = 0 indica coincidência perfeita. A unidade é a da variável.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C06DD185-FC9C-485F-A0D3-763E3BACCACD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MSE e RMSE: maior peso para erros grandes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mse-eq">
            <a:extLst>
              <a:ext uri="{FF2B5EF4-FFF2-40B4-BE49-F238E27FC236}">
                <a16:creationId xmlns:a16="http://schemas.microsoft.com/office/drawing/2014/main" id="{94C6C847-9259-440E-A969-5D25DFA969E8}"/>
              </a:ext>
            </a:extLst>
          </p:cNvPr>
          <p:cNvSpPr>
            <a:spLocks noGrp="1"/>
          </p:cNvSpPr>
          <p:nvPr/>
        </p:nvSpPr>
        <p:spPr>
          <a:xfrm>
            <a:off x="457200" y="23145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MSE = (1/n) ∑ eᵢ²       RMSE = √MSE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="457200" y="3000375"/>
          <a:ext cx="6962775" cy="2657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rmse-distributed">
            <a:extLst>
              <a:ext uri="{FF2B5EF4-FFF2-40B4-BE49-F238E27FC236}">
                <a16:creationId xmlns:a16="http://schemas.microsoft.com/office/drawing/2014/main" id="{9621C5C4-E205-48B3-A2BE-FB6BDF3A7F4A}"/>
              </a:ext>
            </a:extLst>
          </p:cNvPr>
          <p:cNvSpPr>
            <a:spLocks noGrp="1"/>
          </p:cNvSpPr>
          <p:nvPr/>
        </p:nvSpPr>
        <p:spPr>
          <a:xfrm>
            <a:off x="7924800" y="2971800"/>
            <a:ext cx="3810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Distribuído</a:t>
            </a:r>
          </a:p>
          <a:p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MSE = 4 m⁶/s²</a:t>
            </a:r>
          </a:p>
          <a:p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RMSE = 2,00 m³/s</a:t>
            </a:r>
          </a:p>
        </p:txBody>
      </p:sp>
      <p:sp>
        <p:nvSpPr>
          <p:cNvPr id="49" name="rmse-concentrated">
            <a:extLst>
              <a:ext uri="{FF2B5EF4-FFF2-40B4-BE49-F238E27FC236}">
                <a16:creationId xmlns:a16="http://schemas.microsoft.com/office/drawing/2014/main" id="{6FEC5213-1EDC-44C0-8451-0EF39A917264}"/>
              </a:ext>
            </a:extLst>
          </p:cNvPr>
          <p:cNvSpPr>
            <a:spLocks noGrp="1"/>
          </p:cNvSpPr>
          <p:nvPr/>
        </p:nvSpPr>
        <p:spPr>
          <a:xfrm>
            <a:off x="7924800" y="4257675"/>
            <a:ext cx="3810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Concentrado</a:t>
            </a:r>
          </a:p>
          <a:p>
            <a:pPr algn="l">
              <a:buNone/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MSE = 20 m⁶/s²</a:t>
            </a:r>
          </a:p>
          <a:p>
            <a:pPr algn="l">
              <a:buNone/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RMSE = 4,47 m³/s</a:t>
            </a:r>
          </a:p>
        </p:txBody>
      </p:sp>
      <p:sp>
        <p:nvSpPr>
          <p:cNvPr id="50" name="rmse-reading">
            <a:extLst>
              <a:ext uri="{FF2B5EF4-FFF2-40B4-BE49-F238E27FC236}">
                <a16:creationId xmlns:a16="http://schemas.microsoft.com/office/drawing/2014/main" id="{EBE9A6C2-45F4-46C0-A9A4-0750F6B6C1CD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erro concentrado tem o mesmo MAE, mas RMSE maior. Erros nos picos ganham mais peso.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9CA82559-EE8F-483A-AFF1-91BDD050676A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MAPE: erro relativo ao valor observado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mape-eq">
            <a:extLst>
              <a:ext uri="{FF2B5EF4-FFF2-40B4-BE49-F238E27FC236}">
                <a16:creationId xmlns:a16="http://schemas.microsoft.com/office/drawing/2014/main" id="{BA51FCEB-BB84-49D7-8B23-40AEDEE74195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MAPE = (100/n) ∑ |eᵢ/qᵢ|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="457200" y="3000375"/>
          <a:ext cx="71628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mape-constant">
            <a:extLst>
              <a:ext uri="{FF2B5EF4-FFF2-40B4-BE49-F238E27FC236}">
                <a16:creationId xmlns:a16="http://schemas.microsoft.com/office/drawing/2014/main" id="{CBA580AD-D9D2-4CBF-9A19-2AEAF4B997DF}"/>
              </a:ext>
            </a:extLst>
          </p:cNvPr>
          <p:cNvSpPr>
            <a:spLocks noGrp="1"/>
          </p:cNvSpPr>
          <p:nvPr/>
        </p:nvSpPr>
        <p:spPr>
          <a:xfrm>
            <a:off x="8105775" y="2990850"/>
            <a:ext cx="36290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Erro absoluto fixo:</a:t>
            </a:r>
          </a:p>
          <a:p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1 m³/s em todos os casos.</a:t>
            </a:r>
          </a:p>
        </p:txBody>
      </p:sp>
      <p:sp>
        <p:nvSpPr>
          <p:cNvPr id="49" name="mape-caution">
            <a:extLst>
              <a:ext uri="{FF2B5EF4-FFF2-40B4-BE49-F238E27FC236}">
                <a16:creationId xmlns:a16="http://schemas.microsoft.com/office/drawing/2014/main" id="{BA8C7D66-DBB8-4776-A8A6-1007966C9F91}"/>
              </a:ext>
            </a:extLst>
          </p:cNvPr>
          <p:cNvSpPr>
            <a:spLocks noGrp="1"/>
          </p:cNvSpPr>
          <p:nvPr/>
        </p:nvSpPr>
        <p:spPr>
          <a:xfrm>
            <a:off x="8105775" y="4162425"/>
            <a:ext cx="3629025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divisão por uma vazão pequena amplia o erro percentual.</a:t>
            </a:r>
          </a:p>
          <a:p>
            <a:endParaRPr sz="1500" b="0" i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 q = 0, a expressão é indefinida.</a:t>
            </a:r>
          </a:p>
        </p:txBody>
      </p:sp>
      <p:sp>
        <p:nvSpPr>
          <p:cNvPr id="50" name="mape-range">
            <a:extLst>
              <a:ext uri="{FF2B5EF4-FFF2-40B4-BE49-F238E27FC236}">
                <a16:creationId xmlns:a16="http://schemas.microsoft.com/office/drawing/2014/main" id="{5458B88C-63E2-45CD-A1E8-4C1E20E5C3CC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Quanto menor, melhor. O MAPE pode superar 100% e exige cuidado em vazões próximas de zero.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2E328353-7675-4BFD-BF80-BB4CDFE97048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PBIAS: direção do desvio total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pbias-eq">
            <a:extLst>
              <a:ext uri="{FF2B5EF4-FFF2-40B4-BE49-F238E27FC236}">
                <a16:creationId xmlns:a16="http://schemas.microsoft.com/office/drawing/2014/main" id="{78D488C1-85B6-485A-83A1-A97D57C7EE6A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PBIAS = 100 ∑(q̂ᵢ − qᵢ) / ∑qᵢ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="457200" y="3009900"/>
          <a:ext cx="7267575" cy="2657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pbias-example">
            <a:extLst>
              <a:ext uri="{FF2B5EF4-FFF2-40B4-BE49-F238E27FC236}">
                <a16:creationId xmlns:a16="http://schemas.microsoft.com/office/drawing/2014/main" id="{9712B65B-C774-40EB-8D72-19FC65011329}"/>
              </a:ext>
            </a:extLst>
          </p:cNvPr>
          <p:cNvSpPr>
            <a:spLocks noGrp="1"/>
          </p:cNvSpPr>
          <p:nvPr/>
        </p:nvSpPr>
        <p:spPr>
          <a:xfrm>
            <a:off x="8105775" y="3000375"/>
            <a:ext cx="36290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−20%: q̂ = 0,8q</a:t>
            </a:r>
          </a:p>
          <a:p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+20%: q̂ = 1,2q</a:t>
            </a:r>
          </a:p>
        </p:txBody>
      </p:sp>
      <p:sp>
        <p:nvSpPr>
          <p:cNvPr id="49" name="pbias-zero">
            <a:extLst>
              <a:ext uri="{FF2B5EF4-FFF2-40B4-BE49-F238E27FC236}">
                <a16:creationId xmlns:a16="http://schemas.microsoft.com/office/drawing/2014/main" id="{23AC59BC-096A-4A1D-A6AB-080223870C7F}"/>
              </a:ext>
            </a:extLst>
          </p:cNvPr>
          <p:cNvSpPr>
            <a:spLocks noGrp="1"/>
          </p:cNvSpPr>
          <p:nvPr/>
        </p:nvSpPr>
        <p:spPr>
          <a:xfrm>
            <a:off x="8105775" y="4295775"/>
            <a:ext cx="362902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Erros [−2,+2,−2,+2]:</a:t>
            </a:r>
          </a:p>
          <a:p>
            <a:pPr algn="l">
              <a:buNone/>
              <a:def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PBIAS = 0%</a:t>
            </a:r>
          </a:p>
          <a:p>
            <a:pPr algn="l">
              <a:buNone/>
              <a:def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MAE = 2 m³/s</a:t>
            </a:r>
          </a:p>
        </p:txBody>
      </p:sp>
      <p:sp>
        <p:nvSpPr>
          <p:cNvPr id="50" name="pbias-sign">
            <a:extLst>
              <a:ext uri="{FF2B5EF4-FFF2-40B4-BE49-F238E27FC236}">
                <a16:creationId xmlns:a16="http://schemas.microsoft.com/office/drawing/2014/main" id="{22400AC0-7956-4E47-AE98-B3A26EA80627}"/>
              </a:ext>
            </a:extLst>
          </p:cNvPr>
          <p:cNvSpPr>
            <a:spLocks noGrp="1"/>
          </p:cNvSpPr>
          <p:nvPr/>
        </p:nvSpPr>
        <p:spPr>
          <a:xfrm>
            <a:off x="457200" y="5705475"/>
            <a:ext cx="112776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Convenção: simulado − observado. Sinal positivo: superestimação. Negativo: subestimação.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BC2B337A-7046-45DA-90FB-B7A15B587397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Ideal: 0%. Erros de sinais opostos podem se cancelar. Exemplo didático.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65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NSE: comparação com a média observada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nse-eq">
            <a:extLst>
              <a:ext uri="{FF2B5EF4-FFF2-40B4-BE49-F238E27FC236}">
                <a16:creationId xmlns:a16="http://schemas.microsoft.com/office/drawing/2014/main" id="{F0D78AAD-4681-40A8-992E-8E26B9327CCA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NSE = 1 − ∑(q̂ᵢ − qᵢ)² / ∑(qᵢ − q̄)²</a:t>
            </a:r>
          </a:p>
        </p:txBody>
      </p:sp>
      <p:sp>
        <p:nvSpPr>
          <p:cNvPr id="47" name="nse-title-0">
            <a:extLst>
              <a:ext uri="{FF2B5EF4-FFF2-40B4-BE49-F238E27FC236}">
                <a16:creationId xmlns:a16="http://schemas.microsoft.com/office/drawing/2014/main" id="{28A211E9-E748-4C08-8E39-FBC6A438F05E}"/>
              </a:ext>
            </a:extLst>
          </p:cNvPr>
          <p:cNvSpPr>
            <a:spLocks noGrp="1"/>
          </p:cNvSpPr>
          <p:nvPr/>
        </p:nvSpPr>
        <p:spPr>
          <a:xfrm>
            <a:off x="457200" y="291465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Erros pequenos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="457200" y="3295650"/>
          <a:ext cx="3476625" cy="183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nse-val-0">
            <a:extLst>
              <a:ext uri="{FF2B5EF4-FFF2-40B4-BE49-F238E27FC236}">
                <a16:creationId xmlns:a16="http://schemas.microsoft.com/office/drawing/2014/main" id="{3067A86F-BB79-4A54-8790-58551E5144EA}"/>
              </a:ext>
            </a:extLst>
          </p:cNvPr>
          <p:cNvSpPr>
            <a:spLocks noGrp="1"/>
          </p:cNvSpPr>
          <p:nvPr/>
        </p:nvSpPr>
        <p:spPr>
          <a:xfrm>
            <a:off x="457200" y="52578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NSE = 0,98</a:t>
            </a:r>
          </a:p>
        </p:txBody>
      </p:sp>
      <p:sp>
        <p:nvSpPr>
          <p:cNvPr id="50" name="nse-title-1">
            <a:extLst>
              <a:ext uri="{FF2B5EF4-FFF2-40B4-BE49-F238E27FC236}">
                <a16:creationId xmlns:a16="http://schemas.microsoft.com/office/drawing/2014/main" id="{ED275CED-8112-45F3-A06C-FA08399B7169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Média constante</a:t>
            </a:r>
          </a:p>
        </p:txBody>
      </p:sp>
      <p:graphicFrame>
        <p:nvGraphicFramePr>
          <p:cNvPr id="73" name="Chart"/>
          <p:cNvGraphicFramePr/>
          <p:nvPr/>
        </p:nvGraphicFramePr>
        <p:xfrm>
          <a:off x="4267200" y="3295650"/>
          <a:ext cx="3476625" cy="183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nse-val-1">
            <a:extLst>
              <a:ext uri="{FF2B5EF4-FFF2-40B4-BE49-F238E27FC236}">
                <a16:creationId xmlns:a16="http://schemas.microsoft.com/office/drawing/2014/main" id="{28FB6E9D-E914-4269-8290-91BC55DB5E1E}"/>
              </a:ext>
            </a:extLst>
          </p:cNvPr>
          <p:cNvSpPr>
            <a:spLocks noGrp="1"/>
          </p:cNvSpPr>
          <p:nvPr/>
        </p:nvSpPr>
        <p:spPr>
          <a:xfrm>
            <a:off x="4267200" y="52578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NSE = 0,00</a:t>
            </a:r>
          </a:p>
        </p:txBody>
      </p:sp>
      <p:sp>
        <p:nvSpPr>
          <p:cNvPr id="53" name="nse-title-2">
            <a:extLst>
              <a:ext uri="{FF2B5EF4-FFF2-40B4-BE49-F238E27FC236}">
                <a16:creationId xmlns:a16="http://schemas.microsoft.com/office/drawing/2014/main" id="{B4FD854F-4CA2-4D8C-A500-F4A772E62C54}"/>
              </a:ext>
            </a:extLst>
          </p:cNvPr>
          <p:cNvSpPr>
            <a:spLocks noGrp="1"/>
          </p:cNvSpPr>
          <p:nvPr/>
        </p:nvSpPr>
        <p:spPr>
          <a:xfrm>
            <a:off x="8077200" y="291465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Viés de +25 m³/s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="8077200" y="3295650"/>
          <a:ext cx="3476625" cy="183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5" name="nse-val-2">
            <a:extLst>
              <a:ext uri="{FF2B5EF4-FFF2-40B4-BE49-F238E27FC236}">
                <a16:creationId xmlns:a16="http://schemas.microsoft.com/office/drawing/2014/main" id="{AAF52592-2486-4A62-9295-E14509F4B7FB}"/>
              </a:ext>
            </a:extLst>
          </p:cNvPr>
          <p:cNvSpPr>
            <a:spLocks noGrp="1"/>
          </p:cNvSpPr>
          <p:nvPr/>
        </p:nvSpPr>
        <p:spPr>
          <a:xfrm>
            <a:off x="8077200" y="52578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NSE = -2,50</a:t>
            </a:r>
          </a:p>
        </p:txBody>
      </p:sp>
      <p:sp>
        <p:nvSpPr>
          <p:cNvPr id="56" name="nse-range">
            <a:extLst>
              <a:ext uri="{FF2B5EF4-FFF2-40B4-BE49-F238E27FC236}">
                <a16:creationId xmlns:a16="http://schemas.microsoft.com/office/drawing/2014/main" id="{5C139638-1414-413D-9B5F-A57BF5178C6C}"/>
              </a:ext>
            </a:extLst>
          </p:cNvPr>
          <p:cNvSpPr>
            <a:spLocks noGrp="1"/>
          </p:cNvSpPr>
          <p:nvPr/>
        </p:nvSpPr>
        <p:spPr>
          <a:xfrm>
            <a:off x="457200" y="5762625"/>
            <a:ext cx="11277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Ideal: 1. NSE = 0 equivale à média observada. NSE &lt; 0 indica erro maior que o dessa referência.</a:t>
            </a:r>
          </a:p>
        </p:txBody>
      </p:sp>
      <p:sp>
        <p:nvSpPr>
          <p:cNvPr id="57" name="origem-dados">
            <a:extLst>
              <a:ext uri="{FF2B5EF4-FFF2-40B4-BE49-F238E27FC236}">
                <a16:creationId xmlns:a16="http://schemas.microsoft.com/office/drawing/2014/main" id="{059B883A-EBEF-4C92-97CC-247A4036FE81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Cinza: observado. Cor: simulado. Média e variância calculadas nos mesmos pares. Dados sintéticos.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66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r² da correlação: alinhamento dos valores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2-title-0">
            <a:extLst>
              <a:ext uri="{FF2B5EF4-FFF2-40B4-BE49-F238E27FC236}">
                <a16:creationId xmlns:a16="http://schemas.microsoft.com/office/drawing/2014/main" id="{5D11339D-A81D-4403-8D9D-93538776EB80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Coincidência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="457200" y="270510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r2-corr-0">
            <a:extLst>
              <a:ext uri="{FF2B5EF4-FFF2-40B4-BE49-F238E27FC236}">
                <a16:creationId xmlns:a16="http://schemas.microsoft.com/office/drawing/2014/main" id="{25426A88-DF6E-49AA-90D0-44883ED4B376}"/>
              </a:ext>
            </a:extLst>
          </p:cNvPr>
          <p:cNvSpPr>
            <a:spLocks noGrp="1"/>
          </p:cNvSpPr>
          <p:nvPr/>
        </p:nvSpPr>
        <p:spPr>
          <a:xfrm>
            <a:off x="457200" y="5191125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r² = 1,00</a:t>
            </a:r>
          </a:p>
        </p:txBody>
      </p:sp>
      <p:sp>
        <p:nvSpPr>
          <p:cNvPr id="49" name="r2-mae-0">
            <a:extLst>
              <a:ext uri="{FF2B5EF4-FFF2-40B4-BE49-F238E27FC236}">
                <a16:creationId xmlns:a16="http://schemas.microsoft.com/office/drawing/2014/main" id="{62F11EFC-778C-42D1-BE8B-0029DDEDE5DA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35718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MAE = 0,00 m³/s</a:t>
            </a:r>
          </a:p>
        </p:txBody>
      </p:sp>
      <p:sp>
        <p:nvSpPr>
          <p:cNvPr id="50" name="r2-title-1">
            <a:extLst>
              <a:ext uri="{FF2B5EF4-FFF2-40B4-BE49-F238E27FC236}">
                <a16:creationId xmlns:a16="http://schemas.microsoft.com/office/drawing/2014/main" id="{A899E43A-D22D-4D79-82D0-D73F3C39EF68}"/>
              </a:ext>
            </a:extLst>
          </p:cNvPr>
          <p:cNvSpPr>
            <a:spLocks noGrp="1"/>
          </p:cNvSpPr>
          <p:nvPr/>
        </p:nvSpPr>
        <p:spPr>
          <a:xfrm>
            <a:off x="426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Viés de +25 m³/s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="4267200" y="270510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r2-corr-1">
            <a:extLst>
              <a:ext uri="{FF2B5EF4-FFF2-40B4-BE49-F238E27FC236}">
                <a16:creationId xmlns:a16="http://schemas.microsoft.com/office/drawing/2014/main" id="{4C22A53F-C6B0-4E03-B2AD-936CD0FE2C6A}"/>
              </a:ext>
            </a:extLst>
          </p:cNvPr>
          <p:cNvSpPr>
            <a:spLocks noGrp="1"/>
          </p:cNvSpPr>
          <p:nvPr/>
        </p:nvSpPr>
        <p:spPr>
          <a:xfrm>
            <a:off x="4267200" y="5191125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r² = 1,00</a:t>
            </a:r>
          </a:p>
        </p:txBody>
      </p:sp>
      <p:sp>
        <p:nvSpPr>
          <p:cNvPr id="53" name="r2-mae-1">
            <a:extLst>
              <a:ext uri="{FF2B5EF4-FFF2-40B4-BE49-F238E27FC236}">
                <a16:creationId xmlns:a16="http://schemas.microsoft.com/office/drawing/2014/main" id="{A9D2EA25-CBA6-4016-8DF3-A5ECC913F106}"/>
              </a:ext>
            </a:extLst>
          </p:cNvPr>
          <p:cNvSpPr>
            <a:spLocks noGrp="1"/>
          </p:cNvSpPr>
          <p:nvPr/>
        </p:nvSpPr>
        <p:spPr>
          <a:xfrm>
            <a:off x="4267200" y="5600700"/>
            <a:ext cx="35718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MAE = 25,00 m³/s</a:t>
            </a:r>
          </a:p>
        </p:txBody>
      </p:sp>
      <p:sp>
        <p:nvSpPr>
          <p:cNvPr id="54" name="r2-title-2">
            <a:extLst>
              <a:ext uri="{FF2B5EF4-FFF2-40B4-BE49-F238E27FC236}">
                <a16:creationId xmlns:a16="http://schemas.microsoft.com/office/drawing/2014/main" id="{B43243D4-EEE4-4483-A800-A1AAD332EC09}"/>
              </a:ext>
            </a:extLst>
          </p:cNvPr>
          <p:cNvSpPr>
            <a:spLocks noGrp="1"/>
          </p:cNvSpPr>
          <p:nvPr/>
        </p:nvSpPr>
        <p:spPr>
          <a:xfrm>
            <a:off x="8077200" y="2324100"/>
            <a:ext cx="3571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Deslocamento temporal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8077200" y="2705100"/>
          <a:ext cx="3476625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r2-corr-2">
            <a:extLst>
              <a:ext uri="{FF2B5EF4-FFF2-40B4-BE49-F238E27FC236}">
                <a16:creationId xmlns:a16="http://schemas.microsoft.com/office/drawing/2014/main" id="{DAB8DA6B-91E8-4B1C-ABB4-2ECC3DAF97A4}"/>
              </a:ext>
            </a:extLst>
          </p:cNvPr>
          <p:cNvSpPr>
            <a:spLocks noGrp="1"/>
          </p:cNvSpPr>
          <p:nvPr/>
        </p:nvSpPr>
        <p:spPr>
          <a:xfrm>
            <a:off x="8077200" y="5191125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r² = 0,58</a:t>
            </a:r>
          </a:p>
        </p:txBody>
      </p:sp>
      <p:sp>
        <p:nvSpPr>
          <p:cNvPr id="57" name="r2-mae-2">
            <a:extLst>
              <a:ext uri="{FF2B5EF4-FFF2-40B4-BE49-F238E27FC236}">
                <a16:creationId xmlns:a16="http://schemas.microsoft.com/office/drawing/2014/main" id="{3D07B43C-6B75-4E0A-A70F-9EFDF9A320D1}"/>
              </a:ext>
            </a:extLst>
          </p:cNvPr>
          <p:cNvSpPr>
            <a:spLocks noGrp="1"/>
          </p:cNvSpPr>
          <p:nvPr/>
        </p:nvSpPr>
        <p:spPr>
          <a:xfrm>
            <a:off x="8077200" y="5600700"/>
            <a:ext cx="35718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MAE = 7,17 m³/s</a:t>
            </a:r>
          </a:p>
        </p:txBody>
      </p:sp>
      <p:sp>
        <p:nvSpPr>
          <p:cNvPr id="58" name="origem-dados">
            <a:extLst>
              <a:ext uri="{FF2B5EF4-FFF2-40B4-BE49-F238E27FC236}">
                <a16:creationId xmlns:a16="http://schemas.microsoft.com/office/drawing/2014/main" id="{C3E25DB7-8129-4A5A-AB46-4ED9BA56C80F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r² = corr(q,q̂)², de 0 a 1. A linha cinza representa a identidade 1:1. Exemplo didático.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7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R² preditivo: definição usada no r2_score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2-score-eq">
            <a:extLst>
              <a:ext uri="{FF2B5EF4-FFF2-40B4-BE49-F238E27FC236}">
                <a16:creationId xmlns:a16="http://schemas.microsoft.com/office/drawing/2014/main" id="{3723477C-E352-40FD-95B0-C0F25B2A78A9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5448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R² = 1 − SSE / SST</a:t>
            </a:r>
          </a:p>
        </p:txBody>
      </p:sp>
      <p:sp>
        <p:nvSpPr>
          <p:cNvPr id="47" name="r2-score-terms">
            <a:extLst>
              <a:ext uri="{FF2B5EF4-FFF2-40B4-BE49-F238E27FC236}">
                <a16:creationId xmlns:a16="http://schemas.microsoft.com/office/drawing/2014/main" id="{3ADC4E5C-3C8A-4E5C-B647-00B851721EF1}"/>
              </a:ext>
            </a:extLst>
          </p:cNvPr>
          <p:cNvSpPr>
            <a:spLocks noGrp="1"/>
          </p:cNvSpPr>
          <p:nvPr/>
        </p:nvSpPr>
        <p:spPr>
          <a:xfrm>
            <a:off x="457200" y="3190875"/>
            <a:ext cx="54483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SSE = ∑(q̂ᵢ − qᵢ)²</a:t>
            </a:r>
          </a:p>
          <a:p>
            <a:pPr algn="l">
              <a:buNone/>
              <a:def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SST = ∑(qᵢ − q̄)²</a:t>
            </a:r>
          </a:p>
        </p:txBody>
      </p:sp>
      <p:sp>
        <p:nvSpPr>
          <p:cNvPr id="48" name="r2-score-relation">
            <a:extLst>
              <a:ext uri="{FF2B5EF4-FFF2-40B4-BE49-F238E27FC236}">
                <a16:creationId xmlns:a16="http://schemas.microsoft.com/office/drawing/2014/main" id="{352B23A6-1E41-4FD8-9E02-ECD8725157E3}"/>
              </a:ext>
            </a:extLst>
          </p:cNvPr>
          <p:cNvSpPr>
            <a:spLocks noGrp="1"/>
          </p:cNvSpPr>
          <p:nvPr/>
        </p:nvSpPr>
        <p:spPr>
          <a:xfrm>
            <a:off x="457200" y="4543425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Nesta definição, R² preditivo e NSE têm o mesmo valor para os mesmos pares, sem pesos.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="6162675" y="2447925"/>
          <a:ext cx="5572125" cy="3152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0" name="r2-score-distinction">
            <a:extLst>
              <a:ext uri="{FF2B5EF4-FFF2-40B4-BE49-F238E27FC236}">
                <a16:creationId xmlns:a16="http://schemas.microsoft.com/office/drawing/2014/main" id="{BAA04A60-4129-4445-9B44-F866C9B08427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r² da correlação e R² preditivo respondem a perguntas distintas. A definição deve acompanhar o valor.</a:t>
            </a:r>
          </a:p>
        </p:txBody>
      </p:sp>
      <p:sp>
        <p:nvSpPr>
          <p:cNvPr id="51" name="origem-dados">
            <a:extLst>
              <a:ext uri="{FF2B5EF4-FFF2-40B4-BE49-F238E27FC236}">
                <a16:creationId xmlns:a16="http://schemas.microsoft.com/office/drawing/2014/main" id="{5AF9A617-54A5-4DC8-AAA1-1997138B7A7F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Exemplo didático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4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Comparação das métricas no mesmo hidrograma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7" name="Table 56"/>
          <p:cNvGraphicFramePr/>
          <p:nvPr/>
        </p:nvGraphicFramePr>
        <p:xfrm>
          <a:off x="457200" y="2447925"/>
          <a:ext cx="11277600" cy="3143250"/>
        </p:xfrm>
        <a:graphic>
          <a:graphicData uri="http://schemas.openxmlformats.org/drawingml/2006/table">
            <a:tbl>
              <a:tblPr first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Situação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MAE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(m³/s)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RMSE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(m³/s)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MAPE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(%)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PBIAS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(%)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NSE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r²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Erros pequenos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1,75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1,98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7,9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Subestimação de 20%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4,83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5,52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20,0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-20,0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Atraso de 1 dia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7,17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9,29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25,1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-1,4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0,52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0,58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 de −30 no pico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2,50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8,66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4,5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-10,3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0,58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0,62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Viés de +25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133,9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103,4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-2,50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comparison-reading">
            <a:extLst>
              <a:ext uri="{FF2B5EF4-FFF2-40B4-BE49-F238E27FC236}">
                <a16:creationId xmlns:a16="http://schemas.microsoft.com/office/drawing/2014/main" id="{5141C5C5-ED97-4DE4-B330-369CA4B483AB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2776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erro no pico tem MAPE baixo, mas RMSE elevado. O viés mantém r² = 1 e reduz o NSE.</a:t>
            </a:r>
          </a:p>
        </p:txBody>
      </p:sp>
      <p:sp>
        <p:nvSpPr>
          <p:cNvPr id="48" name="origem-dados">
            <a:extLst>
              <a:ext uri="{FF2B5EF4-FFF2-40B4-BE49-F238E27FC236}">
                <a16:creationId xmlns:a16="http://schemas.microsoft.com/office/drawing/2014/main" id="{A665A46D-91FA-4B41-9A62-A066B59506CA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 i="0">
                <a:solidFill>
                  <a:srgbClr val="8193AB"/>
                </a:solidFill>
                <a:latin typeface="JetBrains Mono"/>
                <a:ea typeface="JetBrains Mono"/>
                <a:cs typeface="JetBrains Mono"/>
              </a:rPr>
              <a:t>Dados sintéticos. Métricas calculadas sobre os mesmos 12 pares, para isolar o comportamento.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Avaliação do preenchimento</a:t>
            </a:r>
          </a:p>
        </p:txBody>
      </p:sp>
      <p:pic>
        <p:nvPicPr>
          <p:cNvPr id="53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Seleção do método de preenchimento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6" name="Table 55"/>
          <p:cNvGraphicFramePr/>
          <p:nvPr/>
        </p:nvGraphicFramePr>
        <p:xfrm>
          <a:off x="457200" y="2343150"/>
          <a:ext cx="11277600" cy="3343275"/>
        </p:xfrm>
        <a:graphic>
          <a:graphicData uri="http://schemas.openxmlformats.org/drawingml/2006/table">
            <a:tbl>
              <a:tblPr first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Aspecto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Comparação necessária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Critério de análise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Tipo de falha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Pontual e blocos de 7, 15 e 30 dias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Separar os resultados por duração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Regime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Período seco, úmido e picos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Verificar onde o método falha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MAE e RMSE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Magnitude e peso dos erros extremos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Referência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NSE ou R² preditivo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Ganho em relação à média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Desvio total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PBIAS, com convenção declarada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Subestimação, superestimação e compensação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method-selection">
            <a:extLst>
              <a:ext uri="{FF2B5EF4-FFF2-40B4-BE49-F238E27FC236}">
                <a16:creationId xmlns:a16="http://schemas.microsoft.com/office/drawing/2014/main" id="{35005BBA-004E-4FCD-B06F-4DC04A8338F6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Padronização, MI, PCA e escolha de k devem usar somente o treino de cada partição.</a:t>
            </a:r>
          </a:p>
        </p:txBody>
      </p:sp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EE709EE6-47DC-A880-3A9A-90F28B9A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BB0A9-04EA-ECDA-5AEA-38D7526A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976290" cy="233267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9C88A64-B77D-F147-AAEB-6229BA85606A}"/>
              </a:ext>
            </a:extLst>
          </p:cNvPr>
          <p:cNvSpPr>
            <a:spLocks noGrp="1"/>
          </p:cNvSpPr>
          <p:nvPr/>
        </p:nvSpPr>
        <p:spPr>
          <a:xfrm>
            <a:off x="453701" y="741631"/>
            <a:ext cx="1128459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Pré-Processamento de Dados</a:t>
            </a:r>
          </a:p>
        </p:txBody>
      </p:sp>
      <p:pic>
        <p:nvPicPr>
          <p:cNvPr id="45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453701" y="6294313"/>
            <a:ext cx="308300" cy="27221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C7C4C9C5-D7DA-5BD9-475E-7C3D6604C6A0}"/>
              </a:ext>
            </a:extLst>
          </p:cNvPr>
          <p:cNvSpPr>
            <a:spLocks noGrp="1"/>
          </p:cNvSpPr>
          <p:nvPr/>
        </p:nvSpPr>
        <p:spPr>
          <a:xfrm>
            <a:off x="453676" y="1743075"/>
            <a:ext cx="11284553" cy="3524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lnSpc>
                <a:spcPct val="150000"/>
              </a:lnSpc>
              <a:spcAft>
                <a:spcPts val="300"/>
              </a:spcAft>
              <a:buNone/>
              <a:def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Síntese: representação e avaliação dos dados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9FB1423-0004-40A5-B449-9CBA7105CD12}"/>
              </a:ext>
            </a:extLst>
          </p:cNvPr>
          <p:cNvSpPr>
            <a:spLocks noGrp="1"/>
          </p:cNvSpPr>
          <p:nvPr/>
        </p:nvSpPr>
        <p:spPr>
          <a:xfrm flipH="1">
            <a:off x="0" y="130823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8" name="Table 47"/>
          <p:cNvGraphicFramePr/>
          <p:nvPr/>
        </p:nvGraphicFramePr>
        <p:xfrm>
          <a:off x="457200" y="2362200"/>
          <a:ext cx="11277600" cy="3667125"/>
        </p:xfrm>
        <a:graphic>
          <a:graphicData uri="http://schemas.openxmlformats.org/drawingml/2006/table">
            <a:tbl>
              <a:tblPr firstRow="1"/>
              <a:tblGrid>
                <a:gridCol w="282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Técnica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representa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Papel no preenchimento</a:t>
                      </a:r>
                    </a:p>
                  </a:txBody>
                  <a:tcPr anchor="ctr">
                    <a:solidFill>
                      <a:srgbClr val="005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Pearson r e r²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Associação linear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Explorar relações entre variáveis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Informação mútua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Dependência, inclusive não linear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Testar atributos relevantes ao alvo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Combinações de maior variância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Reduzir dimensões e redundância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MAE, MSE e RMSE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Magnitude dos erros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Avaliar a qualidade dos valores preenchidos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MAPE e PBIAS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 relativo e desvio total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Examinar regimes e direção do viés</a:t>
                      </a:r>
                    </a:p>
                  </a:txBody>
                  <a:tcPr anchor="ctr">
                    <a:solidFill>
                      <a:srgbClr val="08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NSE e R² preditivo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 relativo à média observada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Comparar desempenho com uma referência</a:t>
                      </a:r>
                    </a:p>
                  </a:txBody>
                  <a:tcPr anchor="ctr">
                    <a:solidFill>
                      <a:srgbClr val="031A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100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128DF21-58E1-6256-93AD-BD6E8FA32F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4D9514-7823-D118-3F41-47FF58775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700" y="1803493"/>
            <a:ext cx="6153926" cy="678363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OBRIGADO!</a:t>
            </a:r>
          </a:p>
        </p:txBody>
      </p:sp>
      <p:pic>
        <p:nvPicPr>
          <p:cNvPr id="23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24" name="Imagem 13"/>
          <p:cNvPicPr>
            <a:picLocks noChangeAspect="1"/>
          </p:cNvPicPr>
          <p:nvPr/>
        </p:nvPicPr>
        <p:blipFill>
          <a:blip r:embed="rId4"/>
          <a:srcRect l="3570" r="8084" b="18195"/>
          <a:stretch>
            <a:fillRect/>
          </a:stretch>
        </p:blipFill>
        <p:spPr>
          <a:xfrm>
            <a:off x="447287" y="5924579"/>
            <a:ext cx="592780" cy="523392"/>
          </a:xfrm>
          <a:prstGeom prst="rect">
            <a:avLst/>
          </a:prstGeom>
        </p:spPr>
      </p:pic>
      <p:pic>
        <p:nvPicPr>
          <p:cNvPr id="25" name="Imagem 15"/>
          <p:cNvPicPr>
            <a:picLocks noChangeAspect="1"/>
          </p:cNvPicPr>
          <p:nvPr/>
        </p:nvPicPr>
        <p:blipFill>
          <a:blip r:embed="rId5"/>
          <a:srcRect l="1924" t="7917" r="1239" b="5183"/>
          <a:stretch>
            <a:fillRect/>
          </a:stretch>
        </p:blipFill>
        <p:spPr>
          <a:xfrm>
            <a:off x="453700" y="410029"/>
            <a:ext cx="1080460" cy="374888"/>
          </a:xfrm>
          <a:prstGeom prst="rect">
            <a:avLst/>
          </a:prstGeom>
        </p:spPr>
      </p:pic>
      <p:sp>
        <p:nvSpPr>
          <p:cNvPr id="4" name="Conector reto 3">
            <a:extLst>
              <a:ext uri="{FF2B5EF4-FFF2-40B4-BE49-F238E27FC236}">
                <a16:creationId xmlns:a16="http://schemas.microsoft.com/office/drawing/2014/main" id="{F191B54E-045E-431C-BB54-84379BDD96C0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857E61A-AD3C-257E-955E-792A9C1BAC4B}"/>
              </a:ext>
            </a:extLst>
          </p:cNvPr>
          <p:cNvSpPr>
            <a:spLocks noGrp="1"/>
          </p:cNvSpPr>
          <p:nvPr/>
        </p:nvSpPr>
        <p:spPr>
          <a:xfrm>
            <a:off x="453700" y="4285349"/>
            <a:ext cx="6153926" cy="149293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André Ferreira Rodrigues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Bruno Melo Brentan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Rodrigo Perdigão</a:t>
            </a:r>
          </a:p>
        </p:txBody>
      </p:sp>
    </p:spTree>
    <p:extLst>
      <p:ext uri="{BB962C8B-B14F-4D97-AF65-F5344CB8AC3E}">
        <p14:creationId xmlns:p14="http://schemas.microsoft.com/office/powerpoint/2010/main" val="9402600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7800</Words>
  <Application>Microsoft Office PowerPoint</Application>
  <DocSecurity>0</DocSecurity>
  <PresentationFormat>Widescreen</PresentationFormat>
  <Paragraphs>948</Paragraphs>
  <Slides>59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Aptos</vt:lpstr>
      <vt:lpstr>Aptos Display</vt:lpstr>
      <vt:lpstr>Arial</vt:lpstr>
      <vt:lpstr>JetBrains Mono</vt:lpstr>
      <vt:lpstr>JetBrains Mono ExtraBold</vt:lpstr>
      <vt:lpstr>Tema do Office</vt:lpstr>
      <vt:lpstr>Hydro-UAI Course</vt:lpstr>
      <vt:lpstr>Hydro-UAI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Hydro-UAI Course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Rodrigo Perdigao</cp:lastModifiedBy>
  <cp:revision>4</cp:revision>
  <dcterms:created xsi:type="dcterms:W3CDTF">2026-10-05T21:45:30Z</dcterms:created>
  <dcterms:modified xsi:type="dcterms:W3CDTF">2026-10-06T03:56:47Z</dcterms:modified>
</cp:coreProperties>
</file>